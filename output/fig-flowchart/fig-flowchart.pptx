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638744" y="1683047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3854744" y="1899047"/>
              <a:ext cx="171770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230, 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854744" y="2072783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3854744" y="2246519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3854744" y="2420255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854744" y="2593991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854744" y="2767727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3075406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3291406"/>
              <a:ext cx="1995677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103, 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3492574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3693742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3894910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4096078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776588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992588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21948" y="5193756"/>
              <a:ext cx="1928103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53, 51,5 % des inclus)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776588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992588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043476" y="5193756"/>
              <a:ext cx="197144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50, 48,5 % des inclus)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38744" y="1683448"/>
              <a:ext cx="18855" cy="695978"/>
            </a:xfrm>
            <a:custGeom>
              <a:avLst/>
              <a:pathLst>
                <a:path w="18855" h="695978">
                  <a:moveTo>
                    <a:pt x="18855" y="0"/>
                  </a:moveTo>
                  <a:lnTo>
                    <a:pt x="18855" y="695978"/>
                  </a:lnTo>
                  <a:lnTo>
                    <a:pt x="0" y="695978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38744" y="2379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1391957"/>
            </a:xfrm>
            <a:custGeom>
              <a:avLst/>
              <a:pathLst>
                <a:path w="0" h="1391957">
                  <a:moveTo>
                    <a:pt x="0" y="0"/>
                  </a:moveTo>
                  <a:lnTo>
                    <a:pt x="0" y="1391957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30754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418697"/>
              <a:ext cx="1371600" cy="357890"/>
            </a:xfrm>
            <a:custGeom>
              <a:avLst/>
              <a:pathLst>
                <a:path w="1371600" h="357890">
                  <a:moveTo>
                    <a:pt x="1371600" y="0"/>
                  </a:moveTo>
                  <a:lnTo>
                    <a:pt x="1371600" y="283902"/>
                  </a:lnTo>
                  <a:lnTo>
                    <a:pt x="0" y="283902"/>
                  </a:lnTo>
                  <a:lnTo>
                    <a:pt x="0" y="35789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7765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4418697"/>
              <a:ext cx="1371600" cy="357890"/>
            </a:xfrm>
            <a:custGeom>
              <a:avLst/>
              <a:pathLst>
                <a:path w="1371600" h="357890">
                  <a:moveTo>
                    <a:pt x="0" y="0"/>
                  </a:moveTo>
                  <a:lnTo>
                    <a:pt x="0" y="283902"/>
                  </a:lnTo>
                  <a:lnTo>
                    <a:pt x="1371600" y="283902"/>
                  </a:lnTo>
                  <a:lnTo>
                    <a:pt x="1371600" y="35789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7765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2026-09-02T16:33:13Z</dcterms:modified>
  <cp:category/>
</cp:coreProperties>
</file>