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64513" y="975772"/>
              <a:ext cx="3186172" cy="1260446"/>
            </a:xfrm>
            <a:custGeom>
              <a:avLst/>
              <a:pathLst>
                <a:path w="3186172" h="1260446">
                  <a:moveTo>
                    <a:pt x="63262" y="1260446"/>
                  </a:moveTo>
                  <a:lnTo>
                    <a:pt x="3122910" y="1260446"/>
                  </a:lnTo>
                  <a:lnTo>
                    <a:pt x="3120362" y="1260395"/>
                  </a:lnTo>
                  <a:lnTo>
                    <a:pt x="3130535" y="1259985"/>
                  </a:lnTo>
                  <a:lnTo>
                    <a:pt x="3140510" y="1257948"/>
                  </a:lnTo>
                  <a:lnTo>
                    <a:pt x="3150030" y="1254338"/>
                  </a:lnTo>
                  <a:lnTo>
                    <a:pt x="3158847" y="1249247"/>
                  </a:lnTo>
                  <a:lnTo>
                    <a:pt x="3166733" y="1242808"/>
                  </a:lnTo>
                  <a:lnTo>
                    <a:pt x="3173484" y="1235188"/>
                  </a:lnTo>
                  <a:lnTo>
                    <a:pt x="3178926" y="1226583"/>
                  </a:lnTo>
                  <a:lnTo>
                    <a:pt x="3182917" y="1217216"/>
                  </a:lnTo>
                  <a:lnTo>
                    <a:pt x="3185353" y="1207331"/>
                  </a:lnTo>
                  <a:lnTo>
                    <a:pt x="3186172" y="1197183"/>
                  </a:lnTo>
                  <a:lnTo>
                    <a:pt x="3186172" y="63262"/>
                  </a:lnTo>
                  <a:lnTo>
                    <a:pt x="3185353" y="53114"/>
                  </a:lnTo>
                  <a:lnTo>
                    <a:pt x="3182917" y="43229"/>
                  </a:lnTo>
                  <a:lnTo>
                    <a:pt x="3178926" y="33863"/>
                  </a:lnTo>
                  <a:lnTo>
                    <a:pt x="3173484" y="25258"/>
                  </a:lnTo>
                  <a:lnTo>
                    <a:pt x="3166733" y="17637"/>
                  </a:lnTo>
                  <a:lnTo>
                    <a:pt x="3158847" y="11198"/>
                  </a:lnTo>
                  <a:lnTo>
                    <a:pt x="3150030" y="6107"/>
                  </a:lnTo>
                  <a:lnTo>
                    <a:pt x="3140510" y="2497"/>
                  </a:lnTo>
                  <a:lnTo>
                    <a:pt x="3130535" y="461"/>
                  </a:lnTo>
                  <a:lnTo>
                    <a:pt x="3122910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280513" y="1191772"/>
              <a:ext cx="22997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280513" y="1374652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280513" y="1557532"/>
              <a:ext cx="275417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280513" y="1740412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280513" y="1923292"/>
              <a:ext cx="275033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2203360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2419360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2574808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730256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083911" y="2885704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083911" y="3041152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083911" y="3196600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473067" y="3462130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689067" y="3678130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689067" y="3861010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689067" y="4043890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689067" y="4226770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689067" y="4409650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1089854" y="4963687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305854" y="5179687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80991" y="5362567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653052" y="5545447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27" name="pg27"/>
            <p:cNvSpPr/>
            <p:nvPr/>
          </p:nvSpPr>
          <p:spPr>
            <a:xfrm>
              <a:off x="3852257" y="4963687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4068257" y="5179687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16419" y="5362567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384410" y="5545447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657600" y="2236218"/>
              <a:ext cx="210312" cy="612956"/>
            </a:xfrm>
            <a:custGeom>
              <a:avLst/>
              <a:pathLst>
                <a:path w="210312" h="612956">
                  <a:moveTo>
                    <a:pt x="0" y="0"/>
                  </a:moveTo>
                  <a:lnTo>
                    <a:pt x="0" y="612956"/>
                  </a:lnTo>
                  <a:lnTo>
                    <a:pt x="210312" y="612956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67912" y="2849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7600" y="2236218"/>
              <a:ext cx="0" cy="1225912"/>
            </a:xfrm>
            <a:custGeom>
              <a:avLst/>
              <a:pathLst>
                <a:path w="0" h="1225912">
                  <a:moveTo>
                    <a:pt x="0" y="0"/>
                  </a:moveTo>
                  <a:lnTo>
                    <a:pt x="0" y="1225912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213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86000" y="4722577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5"/>
                  </a:lnTo>
                  <a:lnTo>
                    <a:pt x="0" y="219455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2860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657600" y="4722577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5"/>
                  </a:lnTo>
                  <a:lnTo>
                    <a:pt x="1371600" y="219455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0292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2026-09-11T12:57:34Z</dcterms:modified>
  <cp:category/>
</cp:coreProperties>
</file>