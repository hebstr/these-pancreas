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926850" y="340157"/>
              <a:ext cx="3461498" cy="1343291"/>
            </a:xfrm>
            <a:custGeom>
              <a:avLst/>
              <a:pathLst>
                <a:path w="3461498" h="1343291">
                  <a:moveTo>
                    <a:pt x="63262" y="1343291"/>
                  </a:moveTo>
                  <a:lnTo>
                    <a:pt x="3398235" y="1343291"/>
                  </a:lnTo>
                  <a:lnTo>
                    <a:pt x="3395688" y="1343239"/>
                  </a:lnTo>
                  <a:lnTo>
                    <a:pt x="3405861" y="1342829"/>
                  </a:lnTo>
                  <a:lnTo>
                    <a:pt x="3415836" y="1340793"/>
                  </a:lnTo>
                  <a:lnTo>
                    <a:pt x="3425356" y="1337183"/>
                  </a:lnTo>
                  <a:lnTo>
                    <a:pt x="3434173" y="1332092"/>
                  </a:lnTo>
                  <a:lnTo>
                    <a:pt x="3442059" y="1325653"/>
                  </a:lnTo>
                  <a:lnTo>
                    <a:pt x="3448810" y="1318032"/>
                  </a:lnTo>
                  <a:lnTo>
                    <a:pt x="3454252" y="1309427"/>
                  </a:lnTo>
                  <a:lnTo>
                    <a:pt x="3458242" y="1300061"/>
                  </a:lnTo>
                  <a:lnTo>
                    <a:pt x="3460679" y="1290176"/>
                  </a:lnTo>
                  <a:lnTo>
                    <a:pt x="3461498" y="1280028"/>
                  </a:lnTo>
                  <a:lnTo>
                    <a:pt x="3461498" y="63262"/>
                  </a:lnTo>
                  <a:lnTo>
                    <a:pt x="3460679" y="53114"/>
                  </a:lnTo>
                  <a:lnTo>
                    <a:pt x="3458242" y="43229"/>
                  </a:lnTo>
                  <a:lnTo>
                    <a:pt x="3454252" y="33863"/>
                  </a:lnTo>
                  <a:lnTo>
                    <a:pt x="3448810" y="25258"/>
                  </a:lnTo>
                  <a:lnTo>
                    <a:pt x="3442059" y="17637"/>
                  </a:lnTo>
                  <a:lnTo>
                    <a:pt x="3434173" y="11198"/>
                  </a:lnTo>
                  <a:lnTo>
                    <a:pt x="3425356" y="6107"/>
                  </a:lnTo>
                  <a:lnTo>
                    <a:pt x="3415836" y="2497"/>
                  </a:lnTo>
                  <a:lnTo>
                    <a:pt x="3405861" y="461"/>
                  </a:lnTo>
                  <a:lnTo>
                    <a:pt x="339823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142850" y="556157"/>
              <a:ext cx="132139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Éligibilité (N = 333)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142850" y="757325"/>
              <a:ext cx="1426464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142850" y="958493"/>
              <a:ext cx="302949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142850" y="1159661"/>
              <a:ext cx="275773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142850" y="1360829"/>
              <a:ext cx="30250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638744" y="1683047"/>
              <a:ext cx="3969630" cy="1392760"/>
            </a:xfrm>
            <a:custGeom>
              <a:avLst/>
              <a:pathLst>
                <a:path w="3969630" h="1392760">
                  <a:moveTo>
                    <a:pt x="63262" y="1392760"/>
                  </a:moveTo>
                  <a:lnTo>
                    <a:pt x="3906367" y="1392760"/>
                  </a:lnTo>
                  <a:lnTo>
                    <a:pt x="3903820" y="1392708"/>
                  </a:lnTo>
                  <a:lnTo>
                    <a:pt x="3913993" y="1392298"/>
                  </a:lnTo>
                  <a:lnTo>
                    <a:pt x="3923968" y="1390262"/>
                  </a:lnTo>
                  <a:lnTo>
                    <a:pt x="3933488" y="1386652"/>
                  </a:lnTo>
                  <a:lnTo>
                    <a:pt x="3942305" y="1381561"/>
                  </a:lnTo>
                  <a:lnTo>
                    <a:pt x="3950191" y="1375122"/>
                  </a:lnTo>
                  <a:lnTo>
                    <a:pt x="3956942" y="1367501"/>
                  </a:lnTo>
                  <a:lnTo>
                    <a:pt x="3962384" y="1358896"/>
                  </a:lnTo>
                  <a:lnTo>
                    <a:pt x="3966374" y="1349530"/>
                  </a:lnTo>
                  <a:lnTo>
                    <a:pt x="3968811" y="1339645"/>
                  </a:lnTo>
                  <a:lnTo>
                    <a:pt x="3969630" y="1329497"/>
                  </a:lnTo>
                  <a:lnTo>
                    <a:pt x="3969630" y="63262"/>
                  </a:lnTo>
                  <a:lnTo>
                    <a:pt x="3968811" y="53114"/>
                  </a:lnTo>
                  <a:lnTo>
                    <a:pt x="3966374" y="43229"/>
                  </a:lnTo>
                  <a:lnTo>
                    <a:pt x="3962384" y="33863"/>
                  </a:lnTo>
                  <a:lnTo>
                    <a:pt x="3956942" y="25258"/>
                  </a:lnTo>
                  <a:lnTo>
                    <a:pt x="3950191" y="17637"/>
                  </a:lnTo>
                  <a:lnTo>
                    <a:pt x="3942305" y="11198"/>
                  </a:lnTo>
                  <a:lnTo>
                    <a:pt x="3933488" y="6107"/>
                  </a:lnTo>
                  <a:lnTo>
                    <a:pt x="3923968" y="2497"/>
                  </a:lnTo>
                  <a:lnTo>
                    <a:pt x="3913993" y="461"/>
                  </a:lnTo>
                  <a:lnTo>
                    <a:pt x="390636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329497"/>
                  </a:lnTo>
                  <a:lnTo>
                    <a:pt x="205" y="1324406"/>
                  </a:lnTo>
                  <a:lnTo>
                    <a:pt x="205" y="1334587"/>
                  </a:lnTo>
                  <a:lnTo>
                    <a:pt x="1838" y="1344637"/>
                  </a:lnTo>
                  <a:lnTo>
                    <a:pt x="5062" y="1354294"/>
                  </a:lnTo>
                  <a:lnTo>
                    <a:pt x="9793" y="1363309"/>
                  </a:lnTo>
                  <a:lnTo>
                    <a:pt x="15909" y="1371448"/>
                  </a:lnTo>
                  <a:lnTo>
                    <a:pt x="23252" y="1378500"/>
                  </a:lnTo>
                  <a:lnTo>
                    <a:pt x="31631" y="1384284"/>
                  </a:lnTo>
                  <a:lnTo>
                    <a:pt x="40829" y="1388649"/>
                  </a:lnTo>
                  <a:lnTo>
                    <a:pt x="50608" y="1391481"/>
                  </a:lnTo>
                  <a:lnTo>
                    <a:pt x="60715" y="1392708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3854744" y="1899047"/>
              <a:ext cx="171770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Exclusion (n = 230, 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854744" y="2072783"/>
              <a:ext cx="292553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(n = 85)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3854744" y="2246519"/>
              <a:ext cx="3368649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(n = 77)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3854744" y="2420255"/>
              <a:ext cx="1885675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(n = 41)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854744" y="2593991"/>
              <a:ext cx="2641701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(n = 16)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3854744" y="2767727"/>
              <a:ext cx="3537630" cy="920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(n = 11)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310761" y="3075406"/>
              <a:ext cx="2693676" cy="1343291"/>
            </a:xfrm>
            <a:custGeom>
              <a:avLst/>
              <a:pathLst>
                <a:path w="2693676" h="1343291">
                  <a:moveTo>
                    <a:pt x="63262" y="1343291"/>
                  </a:moveTo>
                  <a:lnTo>
                    <a:pt x="2630414" y="1343291"/>
                  </a:lnTo>
                  <a:lnTo>
                    <a:pt x="2627866" y="1343239"/>
                  </a:lnTo>
                  <a:lnTo>
                    <a:pt x="2638039" y="1342829"/>
                  </a:lnTo>
                  <a:lnTo>
                    <a:pt x="2648015" y="1340793"/>
                  </a:lnTo>
                  <a:lnTo>
                    <a:pt x="2657534" y="1337183"/>
                  </a:lnTo>
                  <a:lnTo>
                    <a:pt x="2666351" y="1332092"/>
                  </a:lnTo>
                  <a:lnTo>
                    <a:pt x="2674237" y="1325653"/>
                  </a:lnTo>
                  <a:lnTo>
                    <a:pt x="2680989" y="1318032"/>
                  </a:lnTo>
                  <a:lnTo>
                    <a:pt x="2686430" y="1309427"/>
                  </a:lnTo>
                  <a:lnTo>
                    <a:pt x="2690421" y="1300061"/>
                  </a:lnTo>
                  <a:lnTo>
                    <a:pt x="2692857" y="1290176"/>
                  </a:lnTo>
                  <a:lnTo>
                    <a:pt x="2693676" y="1280028"/>
                  </a:lnTo>
                  <a:lnTo>
                    <a:pt x="2693676" y="63262"/>
                  </a:lnTo>
                  <a:lnTo>
                    <a:pt x="2692857" y="53114"/>
                  </a:lnTo>
                  <a:lnTo>
                    <a:pt x="2690421" y="43229"/>
                  </a:lnTo>
                  <a:lnTo>
                    <a:pt x="2686430" y="33863"/>
                  </a:lnTo>
                  <a:lnTo>
                    <a:pt x="2680989" y="25258"/>
                  </a:lnTo>
                  <a:lnTo>
                    <a:pt x="2674237" y="17637"/>
                  </a:lnTo>
                  <a:lnTo>
                    <a:pt x="2666351" y="11198"/>
                  </a:lnTo>
                  <a:lnTo>
                    <a:pt x="2657534" y="6107"/>
                  </a:lnTo>
                  <a:lnTo>
                    <a:pt x="2648015" y="2497"/>
                  </a:lnTo>
                  <a:lnTo>
                    <a:pt x="2638039" y="461"/>
                  </a:lnTo>
                  <a:lnTo>
                    <a:pt x="263041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80028"/>
                  </a:lnTo>
                  <a:lnTo>
                    <a:pt x="205" y="1274937"/>
                  </a:lnTo>
                  <a:lnTo>
                    <a:pt x="205" y="1285118"/>
                  </a:lnTo>
                  <a:lnTo>
                    <a:pt x="1838" y="1295168"/>
                  </a:lnTo>
                  <a:lnTo>
                    <a:pt x="5062" y="1304825"/>
                  </a:lnTo>
                  <a:lnTo>
                    <a:pt x="9793" y="1313840"/>
                  </a:lnTo>
                  <a:lnTo>
                    <a:pt x="15909" y="1321979"/>
                  </a:lnTo>
                  <a:lnTo>
                    <a:pt x="23252" y="1329031"/>
                  </a:lnTo>
                  <a:lnTo>
                    <a:pt x="31631" y="1334815"/>
                  </a:lnTo>
                  <a:lnTo>
                    <a:pt x="40829" y="1339179"/>
                  </a:lnTo>
                  <a:lnTo>
                    <a:pt x="50608" y="1342012"/>
                  </a:lnTo>
                  <a:lnTo>
                    <a:pt x="60715" y="1343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526761" y="3291406"/>
              <a:ext cx="1995677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Inclusion (n = 103, 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526761" y="3492574"/>
              <a:ext cx="1535369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(n = 36)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526761" y="3693742"/>
              <a:ext cx="154030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(n = 25)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526761" y="3894910"/>
              <a:ext cx="226167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(n = 25)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526761" y="4096078"/>
              <a:ext cx="1362821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(n = 17)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991922" y="4776588"/>
              <a:ext cx="2588155" cy="739787"/>
            </a:xfrm>
            <a:custGeom>
              <a:avLst/>
              <a:pathLst>
                <a:path w="2588155" h="739787">
                  <a:moveTo>
                    <a:pt x="63262" y="739787"/>
                  </a:moveTo>
                  <a:lnTo>
                    <a:pt x="2524892" y="739787"/>
                  </a:lnTo>
                  <a:lnTo>
                    <a:pt x="2522345" y="739735"/>
                  </a:lnTo>
                  <a:lnTo>
                    <a:pt x="2532517" y="739325"/>
                  </a:lnTo>
                  <a:lnTo>
                    <a:pt x="2542493" y="737289"/>
                  </a:lnTo>
                  <a:lnTo>
                    <a:pt x="2552012" y="733679"/>
                  </a:lnTo>
                  <a:lnTo>
                    <a:pt x="2560829" y="728588"/>
                  </a:lnTo>
                  <a:lnTo>
                    <a:pt x="2568716" y="722149"/>
                  </a:lnTo>
                  <a:lnTo>
                    <a:pt x="2575467" y="714528"/>
                  </a:lnTo>
                  <a:lnTo>
                    <a:pt x="2580908" y="705923"/>
                  </a:lnTo>
                  <a:lnTo>
                    <a:pt x="2584899" y="696557"/>
                  </a:lnTo>
                  <a:lnTo>
                    <a:pt x="2587335" y="686672"/>
                  </a:lnTo>
                  <a:lnTo>
                    <a:pt x="2588155" y="676524"/>
                  </a:lnTo>
                  <a:lnTo>
                    <a:pt x="2588155" y="63262"/>
                  </a:lnTo>
                  <a:lnTo>
                    <a:pt x="2587335" y="53114"/>
                  </a:lnTo>
                  <a:lnTo>
                    <a:pt x="2584899" y="43229"/>
                  </a:lnTo>
                  <a:lnTo>
                    <a:pt x="2580908" y="33863"/>
                  </a:lnTo>
                  <a:lnTo>
                    <a:pt x="2575467" y="25258"/>
                  </a:lnTo>
                  <a:lnTo>
                    <a:pt x="2568716" y="17637"/>
                  </a:lnTo>
                  <a:lnTo>
                    <a:pt x="2560829" y="11198"/>
                  </a:lnTo>
                  <a:lnTo>
                    <a:pt x="2552012" y="6107"/>
                  </a:lnTo>
                  <a:lnTo>
                    <a:pt x="2542493" y="2497"/>
                  </a:lnTo>
                  <a:lnTo>
                    <a:pt x="2532517" y="461"/>
                  </a:lnTo>
                  <a:lnTo>
                    <a:pt x="252489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207922" y="4992588"/>
              <a:ext cx="2156155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321948" y="5193756"/>
              <a:ext cx="1928103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53, 51,5 % des inclus)</a:t>
              </a:r>
            </a:p>
          </p:txBody>
        </p:sp>
        <p:sp>
          <p:nvSpPr>
            <p:cNvPr id="26" name="pg26"/>
            <p:cNvSpPr/>
            <p:nvPr/>
          </p:nvSpPr>
          <p:spPr>
            <a:xfrm>
              <a:off x="3756290" y="4776588"/>
              <a:ext cx="2545818" cy="739787"/>
            </a:xfrm>
            <a:custGeom>
              <a:avLst/>
              <a:pathLst>
                <a:path w="2545818" h="739787">
                  <a:moveTo>
                    <a:pt x="63262" y="739787"/>
                  </a:moveTo>
                  <a:lnTo>
                    <a:pt x="2482555" y="739787"/>
                  </a:lnTo>
                  <a:lnTo>
                    <a:pt x="2480008" y="739735"/>
                  </a:lnTo>
                  <a:lnTo>
                    <a:pt x="2490181" y="739325"/>
                  </a:lnTo>
                  <a:lnTo>
                    <a:pt x="2500156" y="737289"/>
                  </a:lnTo>
                  <a:lnTo>
                    <a:pt x="2509675" y="733679"/>
                  </a:lnTo>
                  <a:lnTo>
                    <a:pt x="2518493" y="728588"/>
                  </a:lnTo>
                  <a:lnTo>
                    <a:pt x="2526379" y="722149"/>
                  </a:lnTo>
                  <a:lnTo>
                    <a:pt x="2533130" y="714528"/>
                  </a:lnTo>
                  <a:lnTo>
                    <a:pt x="2538572" y="705923"/>
                  </a:lnTo>
                  <a:lnTo>
                    <a:pt x="2542562" y="696557"/>
                  </a:lnTo>
                  <a:lnTo>
                    <a:pt x="2544999" y="686672"/>
                  </a:lnTo>
                  <a:lnTo>
                    <a:pt x="2545818" y="676524"/>
                  </a:lnTo>
                  <a:lnTo>
                    <a:pt x="2545818" y="63262"/>
                  </a:lnTo>
                  <a:lnTo>
                    <a:pt x="2544999" y="53114"/>
                  </a:lnTo>
                  <a:lnTo>
                    <a:pt x="2542562" y="43229"/>
                  </a:lnTo>
                  <a:lnTo>
                    <a:pt x="2538572" y="33863"/>
                  </a:lnTo>
                  <a:lnTo>
                    <a:pt x="2533130" y="25258"/>
                  </a:lnTo>
                  <a:lnTo>
                    <a:pt x="2526379" y="17637"/>
                  </a:lnTo>
                  <a:lnTo>
                    <a:pt x="2518493" y="11198"/>
                  </a:lnTo>
                  <a:lnTo>
                    <a:pt x="2509675" y="6107"/>
                  </a:lnTo>
                  <a:lnTo>
                    <a:pt x="2500156" y="2497"/>
                  </a:lnTo>
                  <a:lnTo>
                    <a:pt x="2490181" y="461"/>
                  </a:lnTo>
                  <a:lnTo>
                    <a:pt x="2482555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676524"/>
                  </a:lnTo>
                  <a:lnTo>
                    <a:pt x="205" y="671433"/>
                  </a:lnTo>
                  <a:lnTo>
                    <a:pt x="205" y="681614"/>
                  </a:lnTo>
                  <a:lnTo>
                    <a:pt x="1838" y="691664"/>
                  </a:lnTo>
                  <a:lnTo>
                    <a:pt x="5062" y="701321"/>
                  </a:lnTo>
                  <a:lnTo>
                    <a:pt x="9793" y="710336"/>
                  </a:lnTo>
                  <a:lnTo>
                    <a:pt x="15909" y="718475"/>
                  </a:lnTo>
                  <a:lnTo>
                    <a:pt x="23252" y="725527"/>
                  </a:lnTo>
                  <a:lnTo>
                    <a:pt x="31631" y="731311"/>
                  </a:lnTo>
                  <a:lnTo>
                    <a:pt x="40829" y="735675"/>
                  </a:lnTo>
                  <a:lnTo>
                    <a:pt x="50608" y="738508"/>
                  </a:lnTo>
                  <a:lnTo>
                    <a:pt x="60715" y="739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3972290" y="4992588"/>
              <a:ext cx="2113818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043476" y="5193756"/>
              <a:ext cx="1971446" cy="1066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(n = 50, 48,5 % des inclus)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638744" y="1683448"/>
              <a:ext cx="18855" cy="695978"/>
            </a:xfrm>
            <a:custGeom>
              <a:avLst/>
              <a:pathLst>
                <a:path w="18855" h="695978">
                  <a:moveTo>
                    <a:pt x="18855" y="0"/>
                  </a:moveTo>
                  <a:lnTo>
                    <a:pt x="18855" y="695978"/>
                  </a:lnTo>
                  <a:lnTo>
                    <a:pt x="0" y="695978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638744" y="23794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657600" y="1683448"/>
              <a:ext cx="0" cy="1391957"/>
            </a:xfrm>
            <a:custGeom>
              <a:avLst/>
              <a:pathLst>
                <a:path w="0" h="1391957">
                  <a:moveTo>
                    <a:pt x="0" y="0"/>
                  </a:moveTo>
                  <a:lnTo>
                    <a:pt x="0" y="1391957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657600" y="30754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86000" y="4418697"/>
              <a:ext cx="1371600" cy="357890"/>
            </a:xfrm>
            <a:custGeom>
              <a:avLst/>
              <a:pathLst>
                <a:path w="1371600" h="357890">
                  <a:moveTo>
                    <a:pt x="1371600" y="0"/>
                  </a:moveTo>
                  <a:lnTo>
                    <a:pt x="1371600" y="283902"/>
                  </a:lnTo>
                  <a:lnTo>
                    <a:pt x="0" y="283902"/>
                  </a:lnTo>
                  <a:lnTo>
                    <a:pt x="0" y="35789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86000" y="47765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657600" y="4418697"/>
              <a:ext cx="1371600" cy="357890"/>
            </a:xfrm>
            <a:custGeom>
              <a:avLst/>
              <a:pathLst>
                <a:path w="1371600" h="357890">
                  <a:moveTo>
                    <a:pt x="0" y="0"/>
                  </a:moveTo>
                  <a:lnTo>
                    <a:pt x="0" y="283902"/>
                  </a:lnTo>
                  <a:lnTo>
                    <a:pt x="1371600" y="283902"/>
                  </a:lnTo>
                  <a:lnTo>
                    <a:pt x="1371600" y="35789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5029200" y="47765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2026-08-31T01:04:16Z</dcterms:modified>
  <cp:category/>
</cp:coreProperties>
</file>