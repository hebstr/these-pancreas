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248478"/>
            <a:ext cx="9144000" cy="6361043"/>
            <a:chOff x="0" y="248478"/>
            <a:chExt cx="9144000" cy="6361043"/>
          </a:xfrm>
        </p:grpSpPr>
        <p:sp>
          <p:nvSpPr>
            <p:cNvPr id="3" name="rc3"/>
            <p:cNvSpPr/>
            <p:nvPr/>
          </p:nvSpPr>
          <p:spPr>
            <a:xfrm>
              <a:off x="0" y="248478"/>
              <a:ext cx="9144000" cy="63610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064513" y="975772"/>
              <a:ext cx="3186172" cy="1260446"/>
            </a:xfrm>
            <a:custGeom>
              <a:avLst/>
              <a:pathLst>
                <a:path w="3186172" h="1260446">
                  <a:moveTo>
                    <a:pt x="63262" y="1260446"/>
                  </a:moveTo>
                  <a:lnTo>
                    <a:pt x="3122910" y="1260446"/>
                  </a:lnTo>
                  <a:lnTo>
                    <a:pt x="3120362" y="1260395"/>
                  </a:lnTo>
                  <a:lnTo>
                    <a:pt x="3130535" y="1259985"/>
                  </a:lnTo>
                  <a:lnTo>
                    <a:pt x="3140510" y="1257948"/>
                  </a:lnTo>
                  <a:lnTo>
                    <a:pt x="3150030" y="1254338"/>
                  </a:lnTo>
                  <a:lnTo>
                    <a:pt x="3158847" y="1249247"/>
                  </a:lnTo>
                  <a:lnTo>
                    <a:pt x="3166733" y="1242808"/>
                  </a:lnTo>
                  <a:lnTo>
                    <a:pt x="3173484" y="1235188"/>
                  </a:lnTo>
                  <a:lnTo>
                    <a:pt x="3178926" y="1226583"/>
                  </a:lnTo>
                  <a:lnTo>
                    <a:pt x="3182917" y="1217216"/>
                  </a:lnTo>
                  <a:lnTo>
                    <a:pt x="3185353" y="1207331"/>
                  </a:lnTo>
                  <a:lnTo>
                    <a:pt x="3186172" y="1197183"/>
                  </a:lnTo>
                  <a:lnTo>
                    <a:pt x="3186172" y="63262"/>
                  </a:lnTo>
                  <a:lnTo>
                    <a:pt x="3185353" y="53114"/>
                  </a:lnTo>
                  <a:lnTo>
                    <a:pt x="3182917" y="43229"/>
                  </a:lnTo>
                  <a:lnTo>
                    <a:pt x="3178926" y="33863"/>
                  </a:lnTo>
                  <a:lnTo>
                    <a:pt x="3173484" y="25258"/>
                  </a:lnTo>
                  <a:lnTo>
                    <a:pt x="3166733" y="17637"/>
                  </a:lnTo>
                  <a:lnTo>
                    <a:pt x="3158847" y="11198"/>
                  </a:lnTo>
                  <a:lnTo>
                    <a:pt x="3150030" y="6107"/>
                  </a:lnTo>
                  <a:lnTo>
                    <a:pt x="3140510" y="2497"/>
                  </a:lnTo>
                  <a:lnTo>
                    <a:pt x="3130535" y="461"/>
                  </a:lnTo>
                  <a:lnTo>
                    <a:pt x="3122910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197183"/>
                  </a:lnTo>
                  <a:lnTo>
                    <a:pt x="205" y="1192093"/>
                  </a:lnTo>
                  <a:lnTo>
                    <a:pt x="205" y="1202274"/>
                  </a:lnTo>
                  <a:lnTo>
                    <a:pt x="1838" y="1212323"/>
                  </a:lnTo>
                  <a:lnTo>
                    <a:pt x="5062" y="1221980"/>
                  </a:lnTo>
                  <a:lnTo>
                    <a:pt x="9793" y="1230995"/>
                  </a:lnTo>
                  <a:lnTo>
                    <a:pt x="15909" y="1239134"/>
                  </a:lnTo>
                  <a:lnTo>
                    <a:pt x="23252" y="1246187"/>
                  </a:lnTo>
                  <a:lnTo>
                    <a:pt x="31631" y="1251970"/>
                  </a:lnTo>
                  <a:lnTo>
                    <a:pt x="40829" y="1256335"/>
                  </a:lnTo>
                  <a:lnTo>
                    <a:pt x="50608" y="1259167"/>
                  </a:lnTo>
                  <a:lnTo>
                    <a:pt x="60715" y="1260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tx5"/>
            <p:cNvSpPr/>
            <p:nvPr/>
          </p:nvSpPr>
          <p:spPr>
            <a:xfrm>
              <a:off x="2280513" y="1191772"/>
              <a:ext cx="229971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Patients évalués pour éligibilité : 333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2280513" y="1374652"/>
              <a:ext cx="129716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Patients &gt;= 18 ans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2280513" y="1557532"/>
              <a:ext cx="275417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Diagnostic d’adénocarcinome pancréatique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2280513" y="1740412"/>
              <a:ext cx="250737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Indication chirurgicale retenue en RCP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2280513" y="1923292"/>
              <a:ext cx="2750332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Date opératoire entre 01/2022 et 12/2025</a:t>
              </a:r>
            </a:p>
          </p:txBody>
        </p:sp>
        <p:sp>
          <p:nvSpPr>
            <p:cNvPr id="10" name="pg10"/>
            <p:cNvSpPr/>
            <p:nvPr/>
          </p:nvSpPr>
          <p:spPr>
            <a:xfrm>
              <a:off x="3867912" y="2203360"/>
              <a:ext cx="3366675" cy="1291627"/>
            </a:xfrm>
            <a:custGeom>
              <a:avLst/>
              <a:pathLst>
                <a:path w="3366675" h="1291627">
                  <a:moveTo>
                    <a:pt x="63262" y="1291627"/>
                  </a:moveTo>
                  <a:lnTo>
                    <a:pt x="3303412" y="1291627"/>
                  </a:lnTo>
                  <a:lnTo>
                    <a:pt x="3300865" y="1291576"/>
                  </a:lnTo>
                  <a:lnTo>
                    <a:pt x="3311038" y="1291166"/>
                  </a:lnTo>
                  <a:lnTo>
                    <a:pt x="3321013" y="1289129"/>
                  </a:lnTo>
                  <a:lnTo>
                    <a:pt x="3330532" y="1285519"/>
                  </a:lnTo>
                  <a:lnTo>
                    <a:pt x="3339349" y="1280428"/>
                  </a:lnTo>
                  <a:lnTo>
                    <a:pt x="3347236" y="1273989"/>
                  </a:lnTo>
                  <a:lnTo>
                    <a:pt x="3353987" y="1266369"/>
                  </a:lnTo>
                  <a:lnTo>
                    <a:pt x="3359428" y="1257764"/>
                  </a:lnTo>
                  <a:lnTo>
                    <a:pt x="3363419" y="1248397"/>
                  </a:lnTo>
                  <a:lnTo>
                    <a:pt x="3365856" y="1238512"/>
                  </a:lnTo>
                  <a:lnTo>
                    <a:pt x="3366675" y="1228364"/>
                  </a:lnTo>
                  <a:lnTo>
                    <a:pt x="3366675" y="63262"/>
                  </a:lnTo>
                  <a:lnTo>
                    <a:pt x="3365856" y="53114"/>
                  </a:lnTo>
                  <a:lnTo>
                    <a:pt x="3363419" y="43229"/>
                  </a:lnTo>
                  <a:lnTo>
                    <a:pt x="3359428" y="33863"/>
                  </a:lnTo>
                  <a:lnTo>
                    <a:pt x="3353987" y="25258"/>
                  </a:lnTo>
                  <a:lnTo>
                    <a:pt x="3347236" y="17637"/>
                  </a:lnTo>
                  <a:lnTo>
                    <a:pt x="3339349" y="11198"/>
                  </a:lnTo>
                  <a:lnTo>
                    <a:pt x="3330532" y="6107"/>
                  </a:lnTo>
                  <a:lnTo>
                    <a:pt x="3321013" y="2497"/>
                  </a:lnTo>
                  <a:lnTo>
                    <a:pt x="3311038" y="461"/>
                  </a:lnTo>
                  <a:lnTo>
                    <a:pt x="3303412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228364"/>
                  </a:lnTo>
                  <a:lnTo>
                    <a:pt x="205" y="1223274"/>
                  </a:lnTo>
                  <a:lnTo>
                    <a:pt x="205" y="1233455"/>
                  </a:lnTo>
                  <a:lnTo>
                    <a:pt x="1838" y="1243504"/>
                  </a:lnTo>
                  <a:lnTo>
                    <a:pt x="5062" y="1253161"/>
                  </a:lnTo>
                  <a:lnTo>
                    <a:pt x="9793" y="1262176"/>
                  </a:lnTo>
                  <a:lnTo>
                    <a:pt x="15909" y="1270315"/>
                  </a:lnTo>
                  <a:lnTo>
                    <a:pt x="23252" y="1277368"/>
                  </a:lnTo>
                  <a:lnTo>
                    <a:pt x="31631" y="1283151"/>
                  </a:lnTo>
                  <a:lnTo>
                    <a:pt x="40829" y="1287516"/>
                  </a:lnTo>
                  <a:lnTo>
                    <a:pt x="50608" y="1290348"/>
                  </a:lnTo>
                  <a:lnTo>
                    <a:pt x="60715" y="1291576"/>
                  </a:lnTo>
                  <a:close/>
                </a:path>
              </a:pathLst>
            </a:custGeom>
            <a:solidFill>
              <a:srgbClr val="F2F2F2">
                <a:alpha val="100000"/>
              </a:srgbClr>
            </a:solidFill>
            <a:ln w="11429" cap="rnd">
              <a:solidFill>
                <a:srgbClr val="F2F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4083911" y="2419360"/>
              <a:ext cx="1661099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Patients exclus : 230 (69,1 %)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4083911" y="2574808"/>
              <a:ext cx="2387132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Autre diagnostic anatomopathologique : 85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4083911" y="2730256"/>
              <a:ext cx="2783433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Lésion non opérable ou d'emblée métastatique : 77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083911" y="2885704"/>
              <a:ext cx="1456639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Données manquantes : 41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4083911" y="3041152"/>
              <a:ext cx="2133112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Autre protocole de chimiothérapie : 16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083911" y="3196600"/>
              <a:ext cx="2934675" cy="82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55555">
                      <a:alpha val="100000"/>
                    </a:srgbClr>
                  </a:solidFill>
                  <a:latin typeface="Luciole"/>
                  <a:cs typeface="Luciole"/>
                </a:rPr>
                <a:t>- Décès précoce post-diagnostic ou post-opératoire : 11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2473067" y="3462130"/>
              <a:ext cx="2369064" cy="1260446"/>
            </a:xfrm>
            <a:custGeom>
              <a:avLst/>
              <a:pathLst>
                <a:path w="2369064" h="1260446">
                  <a:moveTo>
                    <a:pt x="63262" y="1260446"/>
                  </a:moveTo>
                  <a:lnTo>
                    <a:pt x="2305802" y="1260446"/>
                  </a:lnTo>
                  <a:lnTo>
                    <a:pt x="2303254" y="1260395"/>
                  </a:lnTo>
                  <a:lnTo>
                    <a:pt x="2313427" y="1259985"/>
                  </a:lnTo>
                  <a:lnTo>
                    <a:pt x="2323403" y="1257948"/>
                  </a:lnTo>
                  <a:lnTo>
                    <a:pt x="2332922" y="1254338"/>
                  </a:lnTo>
                  <a:lnTo>
                    <a:pt x="2341739" y="1249247"/>
                  </a:lnTo>
                  <a:lnTo>
                    <a:pt x="2349625" y="1242808"/>
                  </a:lnTo>
                  <a:lnTo>
                    <a:pt x="2356377" y="1235188"/>
                  </a:lnTo>
                  <a:lnTo>
                    <a:pt x="2361818" y="1226583"/>
                  </a:lnTo>
                  <a:lnTo>
                    <a:pt x="2365809" y="1217216"/>
                  </a:lnTo>
                  <a:lnTo>
                    <a:pt x="2368245" y="1207331"/>
                  </a:lnTo>
                  <a:lnTo>
                    <a:pt x="2369064" y="1197183"/>
                  </a:lnTo>
                  <a:lnTo>
                    <a:pt x="2369064" y="63262"/>
                  </a:lnTo>
                  <a:lnTo>
                    <a:pt x="2368245" y="53114"/>
                  </a:lnTo>
                  <a:lnTo>
                    <a:pt x="2365809" y="43229"/>
                  </a:lnTo>
                  <a:lnTo>
                    <a:pt x="2361818" y="33863"/>
                  </a:lnTo>
                  <a:lnTo>
                    <a:pt x="2356377" y="25258"/>
                  </a:lnTo>
                  <a:lnTo>
                    <a:pt x="2349625" y="17637"/>
                  </a:lnTo>
                  <a:lnTo>
                    <a:pt x="2341739" y="11198"/>
                  </a:lnTo>
                  <a:lnTo>
                    <a:pt x="2332922" y="6107"/>
                  </a:lnTo>
                  <a:lnTo>
                    <a:pt x="2323403" y="2497"/>
                  </a:lnTo>
                  <a:lnTo>
                    <a:pt x="2313427" y="461"/>
                  </a:lnTo>
                  <a:lnTo>
                    <a:pt x="2305802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1197183"/>
                  </a:lnTo>
                  <a:lnTo>
                    <a:pt x="205" y="1192093"/>
                  </a:lnTo>
                  <a:lnTo>
                    <a:pt x="205" y="1202274"/>
                  </a:lnTo>
                  <a:lnTo>
                    <a:pt x="1838" y="1212323"/>
                  </a:lnTo>
                  <a:lnTo>
                    <a:pt x="5062" y="1221980"/>
                  </a:lnTo>
                  <a:lnTo>
                    <a:pt x="9793" y="1230995"/>
                  </a:lnTo>
                  <a:lnTo>
                    <a:pt x="15909" y="1239134"/>
                  </a:lnTo>
                  <a:lnTo>
                    <a:pt x="23252" y="1246187"/>
                  </a:lnTo>
                  <a:lnTo>
                    <a:pt x="31631" y="1251970"/>
                  </a:lnTo>
                  <a:lnTo>
                    <a:pt x="40829" y="1256335"/>
                  </a:lnTo>
                  <a:lnTo>
                    <a:pt x="50608" y="1259167"/>
                  </a:lnTo>
                  <a:lnTo>
                    <a:pt x="60715" y="12603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2689067" y="3678130"/>
              <a:ext cx="193706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Patients inclus : 103 (30,9 %)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689067" y="3861010"/>
              <a:ext cx="1124894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Angers : 36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689067" y="4043890"/>
              <a:ext cx="112946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Nantes : 25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2689067" y="4226770"/>
              <a:ext cx="1785457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CHD La Roche-sur-Yon : 25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689067" y="4409650"/>
              <a:ext cx="96816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- CHU Lyon : 17</a:t>
              </a:r>
            </a:p>
          </p:txBody>
        </p:sp>
        <p:sp>
          <p:nvSpPr>
            <p:cNvPr id="23" name="pg23"/>
            <p:cNvSpPr/>
            <p:nvPr/>
          </p:nvSpPr>
          <p:spPr>
            <a:xfrm>
              <a:off x="1089854" y="4963687"/>
              <a:ext cx="2392290" cy="894686"/>
            </a:xfrm>
            <a:custGeom>
              <a:avLst/>
              <a:pathLst>
                <a:path w="2392290" h="894686">
                  <a:moveTo>
                    <a:pt x="63262" y="894686"/>
                  </a:moveTo>
                  <a:lnTo>
                    <a:pt x="2329027" y="894686"/>
                  </a:lnTo>
                  <a:lnTo>
                    <a:pt x="2326480" y="894635"/>
                  </a:lnTo>
                  <a:lnTo>
                    <a:pt x="2336653" y="894225"/>
                  </a:lnTo>
                  <a:lnTo>
                    <a:pt x="2346628" y="892188"/>
                  </a:lnTo>
                  <a:lnTo>
                    <a:pt x="2356148" y="888578"/>
                  </a:lnTo>
                  <a:lnTo>
                    <a:pt x="2364965" y="883487"/>
                  </a:lnTo>
                  <a:lnTo>
                    <a:pt x="2372851" y="877048"/>
                  </a:lnTo>
                  <a:lnTo>
                    <a:pt x="2379602" y="869428"/>
                  </a:lnTo>
                  <a:lnTo>
                    <a:pt x="2385044" y="860823"/>
                  </a:lnTo>
                  <a:lnTo>
                    <a:pt x="2389034" y="851456"/>
                  </a:lnTo>
                  <a:lnTo>
                    <a:pt x="2391471" y="841571"/>
                  </a:lnTo>
                  <a:lnTo>
                    <a:pt x="2392290" y="831423"/>
                  </a:lnTo>
                  <a:lnTo>
                    <a:pt x="2392290" y="63262"/>
                  </a:lnTo>
                  <a:lnTo>
                    <a:pt x="2391471" y="53114"/>
                  </a:lnTo>
                  <a:lnTo>
                    <a:pt x="2389034" y="43229"/>
                  </a:lnTo>
                  <a:lnTo>
                    <a:pt x="2385044" y="33863"/>
                  </a:lnTo>
                  <a:lnTo>
                    <a:pt x="2379602" y="25258"/>
                  </a:lnTo>
                  <a:lnTo>
                    <a:pt x="2372851" y="17637"/>
                  </a:lnTo>
                  <a:lnTo>
                    <a:pt x="2364965" y="11198"/>
                  </a:lnTo>
                  <a:lnTo>
                    <a:pt x="2356148" y="6107"/>
                  </a:lnTo>
                  <a:lnTo>
                    <a:pt x="2346628" y="2497"/>
                  </a:lnTo>
                  <a:lnTo>
                    <a:pt x="2336653" y="461"/>
                  </a:lnTo>
                  <a:lnTo>
                    <a:pt x="2329027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831423"/>
                  </a:lnTo>
                  <a:lnTo>
                    <a:pt x="205" y="826333"/>
                  </a:lnTo>
                  <a:lnTo>
                    <a:pt x="205" y="836514"/>
                  </a:lnTo>
                  <a:lnTo>
                    <a:pt x="1838" y="846563"/>
                  </a:lnTo>
                  <a:lnTo>
                    <a:pt x="5062" y="856220"/>
                  </a:lnTo>
                  <a:lnTo>
                    <a:pt x="9793" y="865235"/>
                  </a:lnTo>
                  <a:lnTo>
                    <a:pt x="15909" y="873374"/>
                  </a:lnTo>
                  <a:lnTo>
                    <a:pt x="23252" y="880427"/>
                  </a:lnTo>
                  <a:lnTo>
                    <a:pt x="31631" y="886210"/>
                  </a:lnTo>
                  <a:lnTo>
                    <a:pt x="40829" y="890575"/>
                  </a:lnTo>
                  <a:lnTo>
                    <a:pt x="50608" y="893407"/>
                  </a:lnTo>
                  <a:lnTo>
                    <a:pt x="60715" y="894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1305854" y="5179687"/>
              <a:ext cx="1960290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adjuvante seule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080991" y="5362567"/>
              <a:ext cx="410016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n = 53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653052" y="5545447"/>
              <a:ext cx="1265895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(51,5 % des inclus)</a:t>
              </a:r>
            </a:p>
          </p:txBody>
        </p:sp>
        <p:sp>
          <p:nvSpPr>
            <p:cNvPr id="27" name="pg27"/>
            <p:cNvSpPr/>
            <p:nvPr/>
          </p:nvSpPr>
          <p:spPr>
            <a:xfrm>
              <a:off x="3852257" y="4963687"/>
              <a:ext cx="2353885" cy="894686"/>
            </a:xfrm>
            <a:custGeom>
              <a:avLst/>
              <a:pathLst>
                <a:path w="2353885" h="894686">
                  <a:moveTo>
                    <a:pt x="63262" y="894686"/>
                  </a:moveTo>
                  <a:lnTo>
                    <a:pt x="2290623" y="894686"/>
                  </a:lnTo>
                  <a:lnTo>
                    <a:pt x="2288075" y="894635"/>
                  </a:lnTo>
                  <a:lnTo>
                    <a:pt x="2298248" y="894225"/>
                  </a:lnTo>
                  <a:lnTo>
                    <a:pt x="2308223" y="892188"/>
                  </a:lnTo>
                  <a:lnTo>
                    <a:pt x="2317743" y="888578"/>
                  </a:lnTo>
                  <a:lnTo>
                    <a:pt x="2326560" y="883487"/>
                  </a:lnTo>
                  <a:lnTo>
                    <a:pt x="2334446" y="877048"/>
                  </a:lnTo>
                  <a:lnTo>
                    <a:pt x="2341198" y="869428"/>
                  </a:lnTo>
                  <a:lnTo>
                    <a:pt x="2346639" y="860823"/>
                  </a:lnTo>
                  <a:lnTo>
                    <a:pt x="2350630" y="851456"/>
                  </a:lnTo>
                  <a:lnTo>
                    <a:pt x="2353066" y="841571"/>
                  </a:lnTo>
                  <a:lnTo>
                    <a:pt x="2353885" y="831423"/>
                  </a:lnTo>
                  <a:lnTo>
                    <a:pt x="2353885" y="63262"/>
                  </a:lnTo>
                  <a:lnTo>
                    <a:pt x="2353066" y="53114"/>
                  </a:lnTo>
                  <a:lnTo>
                    <a:pt x="2350630" y="43229"/>
                  </a:lnTo>
                  <a:lnTo>
                    <a:pt x="2346639" y="33863"/>
                  </a:lnTo>
                  <a:lnTo>
                    <a:pt x="2341198" y="25258"/>
                  </a:lnTo>
                  <a:lnTo>
                    <a:pt x="2334446" y="17637"/>
                  </a:lnTo>
                  <a:lnTo>
                    <a:pt x="2326560" y="11198"/>
                  </a:lnTo>
                  <a:lnTo>
                    <a:pt x="2317743" y="6107"/>
                  </a:lnTo>
                  <a:lnTo>
                    <a:pt x="2308223" y="2497"/>
                  </a:lnTo>
                  <a:lnTo>
                    <a:pt x="2298248" y="461"/>
                  </a:lnTo>
                  <a:lnTo>
                    <a:pt x="2290623" y="0"/>
                  </a:lnTo>
                  <a:lnTo>
                    <a:pt x="63262" y="0"/>
                  </a:lnTo>
                  <a:lnTo>
                    <a:pt x="70888" y="461"/>
                  </a:lnTo>
                  <a:lnTo>
                    <a:pt x="60715" y="51"/>
                  </a:lnTo>
                  <a:lnTo>
                    <a:pt x="50608" y="1278"/>
                  </a:lnTo>
                  <a:lnTo>
                    <a:pt x="40829" y="4111"/>
                  </a:lnTo>
                  <a:lnTo>
                    <a:pt x="31631" y="8475"/>
                  </a:lnTo>
                  <a:lnTo>
                    <a:pt x="23252" y="14259"/>
                  </a:lnTo>
                  <a:lnTo>
                    <a:pt x="15909" y="21311"/>
                  </a:lnTo>
                  <a:lnTo>
                    <a:pt x="9793" y="29450"/>
                  </a:lnTo>
                  <a:lnTo>
                    <a:pt x="5062" y="38465"/>
                  </a:lnTo>
                  <a:lnTo>
                    <a:pt x="1838" y="48122"/>
                  </a:lnTo>
                  <a:lnTo>
                    <a:pt x="205" y="58172"/>
                  </a:lnTo>
                  <a:lnTo>
                    <a:pt x="0" y="63262"/>
                  </a:lnTo>
                  <a:lnTo>
                    <a:pt x="0" y="831423"/>
                  </a:lnTo>
                  <a:lnTo>
                    <a:pt x="205" y="826333"/>
                  </a:lnTo>
                  <a:lnTo>
                    <a:pt x="205" y="836514"/>
                  </a:lnTo>
                  <a:lnTo>
                    <a:pt x="1838" y="846563"/>
                  </a:lnTo>
                  <a:lnTo>
                    <a:pt x="5062" y="856220"/>
                  </a:lnTo>
                  <a:lnTo>
                    <a:pt x="9793" y="865235"/>
                  </a:lnTo>
                  <a:lnTo>
                    <a:pt x="15909" y="873374"/>
                  </a:lnTo>
                  <a:lnTo>
                    <a:pt x="23252" y="880427"/>
                  </a:lnTo>
                  <a:lnTo>
                    <a:pt x="31631" y="886210"/>
                  </a:lnTo>
                  <a:lnTo>
                    <a:pt x="40829" y="890575"/>
                  </a:lnTo>
                  <a:lnTo>
                    <a:pt x="50608" y="893407"/>
                  </a:lnTo>
                  <a:lnTo>
                    <a:pt x="60715" y="894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4287" cap="rnd">
              <a:solidFill>
                <a:srgbClr val="008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4068257" y="5179687"/>
              <a:ext cx="1921885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Chimiothérapie péri-opératoire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816419" y="5362567"/>
              <a:ext cx="425561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n = 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384410" y="5545447"/>
              <a:ext cx="1289578" cy="969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333333">
                      <a:alpha val="100000"/>
                    </a:srgbClr>
                  </a:solidFill>
                  <a:latin typeface="Luciole"/>
                  <a:cs typeface="Luciole"/>
                </a:rPr>
                <a:t>(48,5 % des inclus)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657600" y="2236218"/>
              <a:ext cx="210312" cy="612956"/>
            </a:xfrm>
            <a:custGeom>
              <a:avLst/>
              <a:pathLst>
                <a:path w="210312" h="612956">
                  <a:moveTo>
                    <a:pt x="0" y="0"/>
                  </a:moveTo>
                  <a:lnTo>
                    <a:pt x="0" y="612956"/>
                  </a:lnTo>
                  <a:lnTo>
                    <a:pt x="210312" y="612956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867912" y="28491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3812" cap="rnd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7600" y="2236218"/>
              <a:ext cx="0" cy="1225912"/>
            </a:xfrm>
            <a:custGeom>
              <a:avLst/>
              <a:pathLst>
                <a:path w="0" h="1225912">
                  <a:moveTo>
                    <a:pt x="0" y="0"/>
                  </a:moveTo>
                  <a:lnTo>
                    <a:pt x="0" y="1225912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657600" y="34621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86000" y="4722577"/>
              <a:ext cx="1371600" cy="241110"/>
            </a:xfrm>
            <a:custGeom>
              <a:avLst/>
              <a:pathLst>
                <a:path w="1371600" h="241110">
                  <a:moveTo>
                    <a:pt x="1371600" y="0"/>
                  </a:moveTo>
                  <a:lnTo>
                    <a:pt x="1371600" y="219455"/>
                  </a:lnTo>
                  <a:lnTo>
                    <a:pt x="0" y="219455"/>
                  </a:lnTo>
                  <a:lnTo>
                    <a:pt x="0" y="24111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286000" y="4963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7600" y="4722577"/>
              <a:ext cx="1371600" cy="241110"/>
            </a:xfrm>
            <a:custGeom>
              <a:avLst/>
              <a:pathLst>
                <a:path w="1371600" h="241110">
                  <a:moveTo>
                    <a:pt x="0" y="0"/>
                  </a:moveTo>
                  <a:lnTo>
                    <a:pt x="0" y="219455"/>
                  </a:lnTo>
                  <a:lnTo>
                    <a:pt x="1371600" y="219455"/>
                  </a:lnTo>
                  <a:lnTo>
                    <a:pt x="1371600" y="24111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029200" y="4963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287" cap="rnd">
              <a:solidFill>
                <a:srgbClr val="00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julien</cp:lastModifiedBy>
  <cp:revision>3</cp:revision>
  <dcterms:created xsi:type="dcterms:W3CDTF">2017-02-13T16:18:36Z</dcterms:created>
  <dcterms:modified xsi:type="dcterms:W3CDTF">2026-09-09T23:26:20Z</dcterms:modified>
  <cp:category/>
</cp:coreProperties>
</file>