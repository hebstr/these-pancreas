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294439" y="313521"/>
              <a:ext cx="2726321" cy="1142123"/>
            </a:xfrm>
            <a:custGeom>
              <a:avLst/>
              <a:pathLst>
                <a:path w="2726321" h="1142123">
                  <a:moveTo>
                    <a:pt x="63262" y="1142123"/>
                  </a:moveTo>
                  <a:lnTo>
                    <a:pt x="2663058" y="1142123"/>
                  </a:lnTo>
                  <a:lnTo>
                    <a:pt x="2660510" y="1142071"/>
                  </a:lnTo>
                  <a:lnTo>
                    <a:pt x="2670683" y="1141661"/>
                  </a:lnTo>
                  <a:lnTo>
                    <a:pt x="2680659" y="1139625"/>
                  </a:lnTo>
                  <a:lnTo>
                    <a:pt x="2690178" y="1136015"/>
                  </a:lnTo>
                  <a:lnTo>
                    <a:pt x="2698995" y="1130924"/>
                  </a:lnTo>
                  <a:lnTo>
                    <a:pt x="2706881" y="1124485"/>
                  </a:lnTo>
                  <a:lnTo>
                    <a:pt x="2713633" y="1116864"/>
                  </a:lnTo>
                  <a:lnTo>
                    <a:pt x="2719074" y="1108259"/>
                  </a:lnTo>
                  <a:lnTo>
                    <a:pt x="2723065" y="1098893"/>
                  </a:lnTo>
                  <a:lnTo>
                    <a:pt x="2725501" y="1089008"/>
                  </a:lnTo>
                  <a:lnTo>
                    <a:pt x="2726321" y="1078860"/>
                  </a:lnTo>
                  <a:lnTo>
                    <a:pt x="2726321" y="63262"/>
                  </a:lnTo>
                  <a:lnTo>
                    <a:pt x="2725501" y="53114"/>
                  </a:lnTo>
                  <a:lnTo>
                    <a:pt x="2723065" y="43229"/>
                  </a:lnTo>
                  <a:lnTo>
                    <a:pt x="2719074" y="33863"/>
                  </a:lnTo>
                  <a:lnTo>
                    <a:pt x="2713633" y="25258"/>
                  </a:lnTo>
                  <a:lnTo>
                    <a:pt x="2706881" y="17637"/>
                  </a:lnTo>
                  <a:lnTo>
                    <a:pt x="2698995" y="11198"/>
                  </a:lnTo>
                  <a:lnTo>
                    <a:pt x="2690178" y="6107"/>
                  </a:lnTo>
                  <a:lnTo>
                    <a:pt x="2680659" y="2497"/>
                  </a:lnTo>
                  <a:lnTo>
                    <a:pt x="2670683" y="461"/>
                  </a:lnTo>
                  <a:lnTo>
                    <a:pt x="2663058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078860"/>
                  </a:lnTo>
                  <a:lnTo>
                    <a:pt x="205" y="1073769"/>
                  </a:lnTo>
                  <a:lnTo>
                    <a:pt x="205" y="1083950"/>
                  </a:lnTo>
                  <a:lnTo>
                    <a:pt x="1838" y="1094000"/>
                  </a:lnTo>
                  <a:lnTo>
                    <a:pt x="5062" y="1103657"/>
                  </a:lnTo>
                  <a:lnTo>
                    <a:pt x="9793" y="1112672"/>
                  </a:lnTo>
                  <a:lnTo>
                    <a:pt x="15909" y="1120811"/>
                  </a:lnTo>
                  <a:lnTo>
                    <a:pt x="23252" y="1127863"/>
                  </a:lnTo>
                  <a:lnTo>
                    <a:pt x="31631" y="1133647"/>
                  </a:lnTo>
                  <a:lnTo>
                    <a:pt x="40829" y="1138011"/>
                  </a:lnTo>
                  <a:lnTo>
                    <a:pt x="50608" y="1140844"/>
                  </a:lnTo>
                  <a:lnTo>
                    <a:pt x="60715" y="114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510439" y="529521"/>
              <a:ext cx="185678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éligibles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510439" y="730689"/>
              <a:ext cx="224421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Hommes et femmes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510439" y="931857"/>
              <a:ext cx="22943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Opérés d'un cancer du pancréas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510439" y="1133025"/>
              <a:ext cx="190314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Entre 01/2022 et 12/2025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4633749" y="1078748"/>
              <a:ext cx="4448502" cy="1392760"/>
            </a:xfrm>
            <a:custGeom>
              <a:avLst/>
              <a:pathLst>
                <a:path w="4448502" h="1392760">
                  <a:moveTo>
                    <a:pt x="63262" y="1392760"/>
                  </a:moveTo>
                  <a:lnTo>
                    <a:pt x="4385239" y="1392760"/>
                  </a:lnTo>
                  <a:lnTo>
                    <a:pt x="4382691" y="1392708"/>
                  </a:lnTo>
                  <a:lnTo>
                    <a:pt x="4392864" y="1392298"/>
                  </a:lnTo>
                  <a:lnTo>
                    <a:pt x="4402840" y="1390262"/>
                  </a:lnTo>
                  <a:lnTo>
                    <a:pt x="4412359" y="1386652"/>
                  </a:lnTo>
                  <a:lnTo>
                    <a:pt x="4421176" y="1381561"/>
                  </a:lnTo>
                  <a:lnTo>
                    <a:pt x="4429062" y="1375122"/>
                  </a:lnTo>
                  <a:lnTo>
                    <a:pt x="4435814" y="1367501"/>
                  </a:lnTo>
                  <a:lnTo>
                    <a:pt x="4441255" y="1358896"/>
                  </a:lnTo>
                  <a:lnTo>
                    <a:pt x="4445246" y="1349530"/>
                  </a:lnTo>
                  <a:lnTo>
                    <a:pt x="4447682" y="1339645"/>
                  </a:lnTo>
                  <a:lnTo>
                    <a:pt x="4448502" y="1329497"/>
                  </a:lnTo>
                  <a:lnTo>
                    <a:pt x="4448502" y="63262"/>
                  </a:lnTo>
                  <a:lnTo>
                    <a:pt x="4447682" y="53114"/>
                  </a:lnTo>
                  <a:lnTo>
                    <a:pt x="4445246" y="43229"/>
                  </a:lnTo>
                  <a:lnTo>
                    <a:pt x="4441255" y="33863"/>
                  </a:lnTo>
                  <a:lnTo>
                    <a:pt x="4435814" y="25258"/>
                  </a:lnTo>
                  <a:lnTo>
                    <a:pt x="4429062" y="17637"/>
                  </a:lnTo>
                  <a:lnTo>
                    <a:pt x="4421176" y="11198"/>
                  </a:lnTo>
                  <a:lnTo>
                    <a:pt x="4412359" y="6107"/>
                  </a:lnTo>
                  <a:lnTo>
                    <a:pt x="4402840" y="2497"/>
                  </a:lnTo>
                  <a:lnTo>
                    <a:pt x="4392864" y="461"/>
                  </a:lnTo>
                  <a:lnTo>
                    <a:pt x="438523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4849748" y="1294748"/>
              <a:ext cx="9589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 (n = 230)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849748" y="1468484"/>
              <a:ext cx="29111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849748" y="1642220"/>
              <a:ext cx="333838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849748" y="1815956"/>
              <a:ext cx="1870953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849749" y="1989692"/>
              <a:ext cx="2833817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protocole différent de chimiothérapie (n = 16)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849749" y="2163428"/>
              <a:ext cx="401650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suivant le diagnostic ou en post-opératoire (n = 11)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2663857" y="2121250"/>
              <a:ext cx="1987485" cy="1343291"/>
            </a:xfrm>
            <a:custGeom>
              <a:avLst/>
              <a:pathLst>
                <a:path w="1987485" h="1343291">
                  <a:moveTo>
                    <a:pt x="63262" y="1343291"/>
                  </a:moveTo>
                  <a:lnTo>
                    <a:pt x="1924223" y="1343291"/>
                  </a:lnTo>
                  <a:lnTo>
                    <a:pt x="1921675" y="1343239"/>
                  </a:lnTo>
                  <a:lnTo>
                    <a:pt x="1931848" y="1342829"/>
                  </a:lnTo>
                  <a:lnTo>
                    <a:pt x="1941823" y="1340793"/>
                  </a:lnTo>
                  <a:lnTo>
                    <a:pt x="1951343" y="1337183"/>
                  </a:lnTo>
                  <a:lnTo>
                    <a:pt x="1960160" y="1332092"/>
                  </a:lnTo>
                  <a:lnTo>
                    <a:pt x="1968046" y="1325653"/>
                  </a:lnTo>
                  <a:lnTo>
                    <a:pt x="1974798" y="1318032"/>
                  </a:lnTo>
                  <a:lnTo>
                    <a:pt x="1980239" y="1309427"/>
                  </a:lnTo>
                  <a:lnTo>
                    <a:pt x="1984230" y="1300061"/>
                  </a:lnTo>
                  <a:lnTo>
                    <a:pt x="1986666" y="1290176"/>
                  </a:lnTo>
                  <a:lnTo>
                    <a:pt x="1987485" y="1280028"/>
                  </a:lnTo>
                  <a:lnTo>
                    <a:pt x="1987485" y="63262"/>
                  </a:lnTo>
                  <a:lnTo>
                    <a:pt x="1986666" y="53114"/>
                  </a:lnTo>
                  <a:lnTo>
                    <a:pt x="1984230" y="43229"/>
                  </a:lnTo>
                  <a:lnTo>
                    <a:pt x="1980239" y="33863"/>
                  </a:lnTo>
                  <a:lnTo>
                    <a:pt x="1974798" y="25258"/>
                  </a:lnTo>
                  <a:lnTo>
                    <a:pt x="1968046" y="17637"/>
                  </a:lnTo>
                  <a:lnTo>
                    <a:pt x="1960160" y="11198"/>
                  </a:lnTo>
                  <a:lnTo>
                    <a:pt x="1951343" y="6107"/>
                  </a:lnTo>
                  <a:lnTo>
                    <a:pt x="1941823" y="2497"/>
                  </a:lnTo>
                  <a:lnTo>
                    <a:pt x="1931848" y="461"/>
                  </a:lnTo>
                  <a:lnTo>
                    <a:pt x="19242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2879857" y="2337250"/>
              <a:ext cx="110605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 (n = 103)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879857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879857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879857" y="2940754"/>
              <a:ext cx="155548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Vendée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879857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5" name="pg25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3657600" y="1455644"/>
              <a:ext cx="976149" cy="319484"/>
            </a:xfrm>
            <a:custGeom>
              <a:avLst/>
              <a:pathLst>
                <a:path w="976149" h="319484">
                  <a:moveTo>
                    <a:pt x="0" y="0"/>
                  </a:moveTo>
                  <a:lnTo>
                    <a:pt x="0" y="319484"/>
                  </a:lnTo>
                  <a:lnTo>
                    <a:pt x="976149" y="319484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633749" y="1775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57600" y="1455644"/>
              <a:ext cx="0" cy="665606"/>
            </a:xfrm>
            <a:custGeom>
              <a:avLst/>
              <a:pathLst>
                <a:path w="0" h="665606">
                  <a:moveTo>
                    <a:pt x="0" y="0"/>
                  </a:moveTo>
                  <a:lnTo>
                    <a:pt x="0" y="665606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2026-08-05T20:41:35Z</dcterms:modified>
  <cp:category/>
</cp:coreProperties>
</file>