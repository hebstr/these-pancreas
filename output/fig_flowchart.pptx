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14375" y="0"/>
            <a:ext cx="7715250" cy="6858000"/>
            <a:chOff x="714375" y="0"/>
            <a:chExt cx="7715250" cy="6858000"/>
          </a:xfrm>
        </p:grpSpPr>
        <p:sp>
          <p:nvSpPr>
            <p:cNvPr id="3" name="rc3"/>
            <p:cNvSpPr/>
            <p:nvPr/>
          </p:nvSpPr>
          <p:spPr>
            <a:xfrm>
              <a:off x="714375" y="0"/>
              <a:ext cx="771525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437314" y="114738"/>
              <a:ext cx="2726321" cy="1142123"/>
            </a:xfrm>
            <a:custGeom>
              <a:avLst/>
              <a:pathLst>
                <a:path w="2726321" h="1142123">
                  <a:moveTo>
                    <a:pt x="63262" y="1142123"/>
                  </a:moveTo>
                  <a:lnTo>
                    <a:pt x="2663058" y="1142123"/>
                  </a:lnTo>
                  <a:lnTo>
                    <a:pt x="2660510" y="1142071"/>
                  </a:lnTo>
                  <a:lnTo>
                    <a:pt x="2670683" y="1141661"/>
                  </a:lnTo>
                  <a:lnTo>
                    <a:pt x="2680659" y="1139625"/>
                  </a:lnTo>
                  <a:lnTo>
                    <a:pt x="2690178" y="1136015"/>
                  </a:lnTo>
                  <a:lnTo>
                    <a:pt x="2698995" y="1130924"/>
                  </a:lnTo>
                  <a:lnTo>
                    <a:pt x="2706881" y="1124485"/>
                  </a:lnTo>
                  <a:lnTo>
                    <a:pt x="2713633" y="1116864"/>
                  </a:lnTo>
                  <a:lnTo>
                    <a:pt x="2719074" y="1108259"/>
                  </a:lnTo>
                  <a:lnTo>
                    <a:pt x="2723065" y="1098893"/>
                  </a:lnTo>
                  <a:lnTo>
                    <a:pt x="2725501" y="1089008"/>
                  </a:lnTo>
                  <a:lnTo>
                    <a:pt x="2726321" y="1078860"/>
                  </a:lnTo>
                  <a:lnTo>
                    <a:pt x="2726321" y="63262"/>
                  </a:lnTo>
                  <a:lnTo>
                    <a:pt x="2725501" y="53114"/>
                  </a:lnTo>
                  <a:lnTo>
                    <a:pt x="2723065" y="43229"/>
                  </a:lnTo>
                  <a:lnTo>
                    <a:pt x="2719074" y="33863"/>
                  </a:lnTo>
                  <a:lnTo>
                    <a:pt x="2713633" y="25258"/>
                  </a:lnTo>
                  <a:lnTo>
                    <a:pt x="2706881" y="17637"/>
                  </a:lnTo>
                  <a:lnTo>
                    <a:pt x="2698995" y="11198"/>
                  </a:lnTo>
                  <a:lnTo>
                    <a:pt x="2690178" y="6107"/>
                  </a:lnTo>
                  <a:lnTo>
                    <a:pt x="2680659" y="2497"/>
                  </a:lnTo>
                  <a:lnTo>
                    <a:pt x="2670683" y="461"/>
                  </a:lnTo>
                  <a:lnTo>
                    <a:pt x="2663058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078860"/>
                  </a:lnTo>
                  <a:lnTo>
                    <a:pt x="205" y="1073769"/>
                  </a:lnTo>
                  <a:lnTo>
                    <a:pt x="205" y="1083950"/>
                  </a:lnTo>
                  <a:lnTo>
                    <a:pt x="1838" y="1094000"/>
                  </a:lnTo>
                  <a:lnTo>
                    <a:pt x="5062" y="1103657"/>
                  </a:lnTo>
                  <a:lnTo>
                    <a:pt x="9793" y="1112672"/>
                  </a:lnTo>
                  <a:lnTo>
                    <a:pt x="15909" y="1120811"/>
                  </a:lnTo>
                  <a:lnTo>
                    <a:pt x="23252" y="1127863"/>
                  </a:lnTo>
                  <a:lnTo>
                    <a:pt x="31631" y="1133647"/>
                  </a:lnTo>
                  <a:lnTo>
                    <a:pt x="40829" y="1138011"/>
                  </a:lnTo>
                  <a:lnTo>
                    <a:pt x="50608" y="1140844"/>
                  </a:lnTo>
                  <a:lnTo>
                    <a:pt x="60715" y="114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653314" y="330738"/>
              <a:ext cx="185193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éligibles (N = 337)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653314" y="531906"/>
              <a:ext cx="224421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Hommes et femmes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653314" y="733074"/>
              <a:ext cx="22943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Opérés d'un cancer du pancréas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653314" y="934242"/>
              <a:ext cx="190314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Entre 01/2022 et 12/2025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5250580" y="499197"/>
              <a:ext cx="2500464" cy="2087704"/>
            </a:xfrm>
            <a:custGeom>
              <a:avLst/>
              <a:pathLst>
                <a:path w="2500464" h="2087704">
                  <a:moveTo>
                    <a:pt x="63262" y="2087704"/>
                  </a:moveTo>
                  <a:lnTo>
                    <a:pt x="2437201" y="2087704"/>
                  </a:lnTo>
                  <a:lnTo>
                    <a:pt x="2434654" y="2087652"/>
                  </a:lnTo>
                  <a:lnTo>
                    <a:pt x="2444826" y="2087242"/>
                  </a:lnTo>
                  <a:lnTo>
                    <a:pt x="2454802" y="2085206"/>
                  </a:lnTo>
                  <a:lnTo>
                    <a:pt x="2464321" y="2081596"/>
                  </a:lnTo>
                  <a:lnTo>
                    <a:pt x="2473138" y="2076505"/>
                  </a:lnTo>
                  <a:lnTo>
                    <a:pt x="2481025" y="2070066"/>
                  </a:lnTo>
                  <a:lnTo>
                    <a:pt x="2487776" y="2062445"/>
                  </a:lnTo>
                  <a:lnTo>
                    <a:pt x="2493217" y="2053840"/>
                  </a:lnTo>
                  <a:lnTo>
                    <a:pt x="2497208" y="2044474"/>
                  </a:lnTo>
                  <a:lnTo>
                    <a:pt x="2499645" y="2034589"/>
                  </a:lnTo>
                  <a:lnTo>
                    <a:pt x="2500464" y="2024441"/>
                  </a:lnTo>
                  <a:lnTo>
                    <a:pt x="2500464" y="63262"/>
                  </a:lnTo>
                  <a:lnTo>
                    <a:pt x="2499645" y="53114"/>
                  </a:lnTo>
                  <a:lnTo>
                    <a:pt x="2497208" y="43229"/>
                  </a:lnTo>
                  <a:lnTo>
                    <a:pt x="2493217" y="33863"/>
                  </a:lnTo>
                  <a:lnTo>
                    <a:pt x="2487776" y="25258"/>
                  </a:lnTo>
                  <a:lnTo>
                    <a:pt x="2481025" y="17637"/>
                  </a:lnTo>
                  <a:lnTo>
                    <a:pt x="2473138" y="11198"/>
                  </a:lnTo>
                  <a:lnTo>
                    <a:pt x="2464321" y="6107"/>
                  </a:lnTo>
                  <a:lnTo>
                    <a:pt x="2454802" y="2497"/>
                  </a:lnTo>
                  <a:lnTo>
                    <a:pt x="2444826" y="461"/>
                  </a:lnTo>
                  <a:lnTo>
                    <a:pt x="2437201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2024441"/>
                  </a:lnTo>
                  <a:lnTo>
                    <a:pt x="205" y="2019350"/>
                  </a:lnTo>
                  <a:lnTo>
                    <a:pt x="205" y="2029531"/>
                  </a:lnTo>
                  <a:lnTo>
                    <a:pt x="1838" y="2039581"/>
                  </a:lnTo>
                  <a:lnTo>
                    <a:pt x="5062" y="2049238"/>
                  </a:lnTo>
                  <a:lnTo>
                    <a:pt x="9793" y="2058253"/>
                  </a:lnTo>
                  <a:lnTo>
                    <a:pt x="15909" y="2066392"/>
                  </a:lnTo>
                  <a:lnTo>
                    <a:pt x="23252" y="2073444"/>
                  </a:lnTo>
                  <a:lnTo>
                    <a:pt x="31631" y="2079228"/>
                  </a:lnTo>
                  <a:lnTo>
                    <a:pt x="40829" y="2083593"/>
                  </a:lnTo>
                  <a:lnTo>
                    <a:pt x="50608" y="2086425"/>
                  </a:lnTo>
                  <a:lnTo>
                    <a:pt x="60715" y="2087652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5466580" y="715197"/>
              <a:ext cx="954084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 (n = 234)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5466580" y="888933"/>
              <a:ext cx="1481236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anapath (n = 84)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466580" y="1062669"/>
              <a:ext cx="1405158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Non opérable (n = 43)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466580" y="1236405"/>
              <a:ext cx="1403238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Métastatique (n = 38)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466580" y="1410141"/>
              <a:ext cx="149175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Chimio ailleurs (n = 36)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466580" y="1583877"/>
              <a:ext cx="136775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chimio (n = 15)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466580" y="1757613"/>
              <a:ext cx="947044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(n = 10)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466580" y="1931349"/>
              <a:ext cx="185184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post-opératoire (n = 4)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466580" y="2105085"/>
              <a:ext cx="2068464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après le dg (n = 3)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466580" y="2278821"/>
              <a:ext cx="612556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- 9 (n = 1)</a:t>
              </a:r>
            </a:p>
          </p:txBody>
        </p:sp>
        <p:sp>
          <p:nvSpPr>
            <p:cNvPr id="20" name="pg20"/>
            <p:cNvSpPr/>
            <p:nvPr/>
          </p:nvSpPr>
          <p:spPr>
            <a:xfrm>
              <a:off x="2806732" y="2071554"/>
              <a:ext cx="1987485" cy="1343291"/>
            </a:xfrm>
            <a:custGeom>
              <a:avLst/>
              <a:pathLst>
                <a:path w="1987485" h="1343291">
                  <a:moveTo>
                    <a:pt x="63262" y="1343291"/>
                  </a:moveTo>
                  <a:lnTo>
                    <a:pt x="1924223" y="1343291"/>
                  </a:lnTo>
                  <a:lnTo>
                    <a:pt x="1921675" y="1343239"/>
                  </a:lnTo>
                  <a:lnTo>
                    <a:pt x="1931848" y="1342829"/>
                  </a:lnTo>
                  <a:lnTo>
                    <a:pt x="1941823" y="1340793"/>
                  </a:lnTo>
                  <a:lnTo>
                    <a:pt x="1951343" y="1337183"/>
                  </a:lnTo>
                  <a:lnTo>
                    <a:pt x="1960160" y="1332092"/>
                  </a:lnTo>
                  <a:lnTo>
                    <a:pt x="1968046" y="1325653"/>
                  </a:lnTo>
                  <a:lnTo>
                    <a:pt x="1974798" y="1318032"/>
                  </a:lnTo>
                  <a:lnTo>
                    <a:pt x="1980239" y="1309427"/>
                  </a:lnTo>
                  <a:lnTo>
                    <a:pt x="1984230" y="1300061"/>
                  </a:lnTo>
                  <a:lnTo>
                    <a:pt x="1986666" y="1290176"/>
                  </a:lnTo>
                  <a:lnTo>
                    <a:pt x="1987485" y="1280028"/>
                  </a:lnTo>
                  <a:lnTo>
                    <a:pt x="1987485" y="63262"/>
                  </a:lnTo>
                  <a:lnTo>
                    <a:pt x="1986666" y="53114"/>
                  </a:lnTo>
                  <a:lnTo>
                    <a:pt x="1984230" y="43229"/>
                  </a:lnTo>
                  <a:lnTo>
                    <a:pt x="1980239" y="33863"/>
                  </a:lnTo>
                  <a:lnTo>
                    <a:pt x="1974798" y="25258"/>
                  </a:lnTo>
                  <a:lnTo>
                    <a:pt x="1968046" y="17637"/>
                  </a:lnTo>
                  <a:lnTo>
                    <a:pt x="1960160" y="11198"/>
                  </a:lnTo>
                  <a:lnTo>
                    <a:pt x="1951343" y="6107"/>
                  </a:lnTo>
                  <a:lnTo>
                    <a:pt x="1941823" y="2497"/>
                  </a:lnTo>
                  <a:lnTo>
                    <a:pt x="1931848" y="461"/>
                  </a:lnTo>
                  <a:lnTo>
                    <a:pt x="19242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3022732" y="2287554"/>
              <a:ext cx="110605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 (n = 103)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022732" y="2488722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3022732" y="2689890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022732" y="2891058"/>
              <a:ext cx="155548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Vendée (n = 25)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022732" y="3092226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1156228" y="4087806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1372228" y="4303806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176717" y="4504974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9" name="pg29"/>
            <p:cNvSpPr/>
            <p:nvPr/>
          </p:nvSpPr>
          <p:spPr>
            <a:xfrm>
              <a:off x="3877734" y="4087806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4093734" y="4303806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868505" y="4504974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800475" y="1256861"/>
              <a:ext cx="1450105" cy="286188"/>
            </a:xfrm>
            <a:custGeom>
              <a:avLst/>
              <a:pathLst>
                <a:path w="1450105" h="286188">
                  <a:moveTo>
                    <a:pt x="0" y="0"/>
                  </a:moveTo>
                  <a:lnTo>
                    <a:pt x="0" y="286188"/>
                  </a:lnTo>
                  <a:lnTo>
                    <a:pt x="1450105" y="286188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250580" y="15430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800475" y="1256861"/>
              <a:ext cx="0" cy="814692"/>
            </a:xfrm>
            <a:custGeom>
              <a:avLst/>
              <a:pathLst>
                <a:path w="0" h="814692">
                  <a:moveTo>
                    <a:pt x="0" y="0"/>
                  </a:moveTo>
                  <a:lnTo>
                    <a:pt x="0" y="814692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00475" y="20715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450306" y="3414845"/>
              <a:ext cx="1350168" cy="672960"/>
            </a:xfrm>
            <a:custGeom>
              <a:avLst/>
              <a:pathLst>
                <a:path w="1350168" h="672960">
                  <a:moveTo>
                    <a:pt x="1350168" y="0"/>
                  </a:moveTo>
                  <a:lnTo>
                    <a:pt x="1350168" y="243740"/>
                  </a:lnTo>
                  <a:lnTo>
                    <a:pt x="0" y="243740"/>
                  </a:lnTo>
                  <a:lnTo>
                    <a:pt x="0" y="67296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50306" y="4087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800475" y="3414845"/>
              <a:ext cx="1350168" cy="672960"/>
            </a:xfrm>
            <a:custGeom>
              <a:avLst/>
              <a:pathLst>
                <a:path w="1350168" h="672960">
                  <a:moveTo>
                    <a:pt x="0" y="0"/>
                  </a:moveTo>
                  <a:lnTo>
                    <a:pt x="0" y="243740"/>
                  </a:lnTo>
                  <a:lnTo>
                    <a:pt x="1350168" y="243740"/>
                  </a:lnTo>
                  <a:lnTo>
                    <a:pt x="1350168" y="67296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150643" y="4087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2026-07-19T21:14:22Z</dcterms:modified>
  <cp:category/>
</cp:coreProperties>
</file>