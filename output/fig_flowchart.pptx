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926850" y="340157"/>
              <a:ext cx="3461498" cy="1343291"/>
            </a:xfrm>
            <a:custGeom>
              <a:avLst/>
              <a:pathLst>
                <a:path w="3461498" h="1343291">
                  <a:moveTo>
                    <a:pt x="63262" y="1343291"/>
                  </a:moveTo>
                  <a:lnTo>
                    <a:pt x="3398235" y="1343291"/>
                  </a:lnTo>
                  <a:lnTo>
                    <a:pt x="3395688" y="1343239"/>
                  </a:lnTo>
                  <a:lnTo>
                    <a:pt x="3405861" y="1342829"/>
                  </a:lnTo>
                  <a:lnTo>
                    <a:pt x="3415836" y="1340793"/>
                  </a:lnTo>
                  <a:lnTo>
                    <a:pt x="3425356" y="1337183"/>
                  </a:lnTo>
                  <a:lnTo>
                    <a:pt x="3434173" y="1332092"/>
                  </a:lnTo>
                  <a:lnTo>
                    <a:pt x="3442059" y="1325653"/>
                  </a:lnTo>
                  <a:lnTo>
                    <a:pt x="3448810" y="1318032"/>
                  </a:lnTo>
                  <a:lnTo>
                    <a:pt x="3454252" y="1309427"/>
                  </a:lnTo>
                  <a:lnTo>
                    <a:pt x="3458242" y="1300061"/>
                  </a:lnTo>
                  <a:lnTo>
                    <a:pt x="3460679" y="1290176"/>
                  </a:lnTo>
                  <a:lnTo>
                    <a:pt x="3461498" y="1280028"/>
                  </a:lnTo>
                  <a:lnTo>
                    <a:pt x="3461498" y="63262"/>
                  </a:lnTo>
                  <a:lnTo>
                    <a:pt x="3460679" y="53114"/>
                  </a:lnTo>
                  <a:lnTo>
                    <a:pt x="3458242" y="43229"/>
                  </a:lnTo>
                  <a:lnTo>
                    <a:pt x="3454252" y="33863"/>
                  </a:lnTo>
                  <a:lnTo>
                    <a:pt x="3448810" y="25258"/>
                  </a:lnTo>
                  <a:lnTo>
                    <a:pt x="3442059" y="17637"/>
                  </a:lnTo>
                  <a:lnTo>
                    <a:pt x="3434173" y="11198"/>
                  </a:lnTo>
                  <a:lnTo>
                    <a:pt x="3425356" y="6107"/>
                  </a:lnTo>
                  <a:lnTo>
                    <a:pt x="3415836" y="2497"/>
                  </a:lnTo>
                  <a:lnTo>
                    <a:pt x="3405861" y="461"/>
                  </a:lnTo>
                  <a:lnTo>
                    <a:pt x="339823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142850" y="556157"/>
              <a:ext cx="132139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Éligibilité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142850" y="757325"/>
              <a:ext cx="142646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142850" y="958493"/>
              <a:ext cx="302949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142850" y="1159661"/>
              <a:ext cx="275773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142850" y="1360829"/>
              <a:ext cx="30250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5056064" y="1205969"/>
              <a:ext cx="3969630" cy="1392760"/>
            </a:xfrm>
            <a:custGeom>
              <a:avLst/>
              <a:pathLst>
                <a:path w="3969630" h="1392760">
                  <a:moveTo>
                    <a:pt x="63262" y="1392760"/>
                  </a:moveTo>
                  <a:lnTo>
                    <a:pt x="3906367" y="1392760"/>
                  </a:lnTo>
                  <a:lnTo>
                    <a:pt x="3903820" y="1392708"/>
                  </a:lnTo>
                  <a:lnTo>
                    <a:pt x="3913993" y="1392298"/>
                  </a:lnTo>
                  <a:lnTo>
                    <a:pt x="3923968" y="1390262"/>
                  </a:lnTo>
                  <a:lnTo>
                    <a:pt x="3933488" y="1386652"/>
                  </a:lnTo>
                  <a:lnTo>
                    <a:pt x="3942305" y="1381561"/>
                  </a:lnTo>
                  <a:lnTo>
                    <a:pt x="3950191" y="1375122"/>
                  </a:lnTo>
                  <a:lnTo>
                    <a:pt x="3956942" y="1367501"/>
                  </a:lnTo>
                  <a:lnTo>
                    <a:pt x="3962384" y="1358896"/>
                  </a:lnTo>
                  <a:lnTo>
                    <a:pt x="3966374" y="1349530"/>
                  </a:lnTo>
                  <a:lnTo>
                    <a:pt x="3968811" y="1339645"/>
                  </a:lnTo>
                  <a:lnTo>
                    <a:pt x="3969630" y="1329497"/>
                  </a:lnTo>
                  <a:lnTo>
                    <a:pt x="3969630" y="63262"/>
                  </a:lnTo>
                  <a:lnTo>
                    <a:pt x="3968811" y="53114"/>
                  </a:lnTo>
                  <a:lnTo>
                    <a:pt x="3966374" y="43229"/>
                  </a:lnTo>
                  <a:lnTo>
                    <a:pt x="3962384" y="33863"/>
                  </a:lnTo>
                  <a:lnTo>
                    <a:pt x="3956942" y="25258"/>
                  </a:lnTo>
                  <a:lnTo>
                    <a:pt x="3950191" y="17637"/>
                  </a:lnTo>
                  <a:lnTo>
                    <a:pt x="3942305" y="11198"/>
                  </a:lnTo>
                  <a:lnTo>
                    <a:pt x="3933488" y="6107"/>
                  </a:lnTo>
                  <a:lnTo>
                    <a:pt x="3923968" y="2497"/>
                  </a:lnTo>
                  <a:lnTo>
                    <a:pt x="3913993" y="461"/>
                  </a:lnTo>
                  <a:lnTo>
                    <a:pt x="390636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5272064" y="1421969"/>
              <a:ext cx="114043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Exclusion (n = 230)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5272064" y="1595705"/>
              <a:ext cx="29255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5272064" y="1769441"/>
              <a:ext cx="336864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5272064" y="1943177"/>
              <a:ext cx="18856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5272064" y="2116913"/>
              <a:ext cx="264170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(n = 16)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5272064" y="2290649"/>
              <a:ext cx="353763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(n = 11)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310761" y="2121250"/>
              <a:ext cx="2693676" cy="1343291"/>
            </a:xfrm>
            <a:custGeom>
              <a:avLst/>
              <a:pathLst>
                <a:path w="2693676" h="1343291">
                  <a:moveTo>
                    <a:pt x="63262" y="1343291"/>
                  </a:moveTo>
                  <a:lnTo>
                    <a:pt x="2630414" y="1343291"/>
                  </a:lnTo>
                  <a:lnTo>
                    <a:pt x="2627866" y="1343239"/>
                  </a:lnTo>
                  <a:lnTo>
                    <a:pt x="2638039" y="1342829"/>
                  </a:lnTo>
                  <a:lnTo>
                    <a:pt x="2648015" y="1340793"/>
                  </a:lnTo>
                  <a:lnTo>
                    <a:pt x="2657534" y="1337183"/>
                  </a:lnTo>
                  <a:lnTo>
                    <a:pt x="2666351" y="1332092"/>
                  </a:lnTo>
                  <a:lnTo>
                    <a:pt x="2674237" y="1325653"/>
                  </a:lnTo>
                  <a:lnTo>
                    <a:pt x="2680989" y="1318032"/>
                  </a:lnTo>
                  <a:lnTo>
                    <a:pt x="2686430" y="1309427"/>
                  </a:lnTo>
                  <a:lnTo>
                    <a:pt x="2690421" y="1300061"/>
                  </a:lnTo>
                  <a:lnTo>
                    <a:pt x="2692857" y="1290176"/>
                  </a:lnTo>
                  <a:lnTo>
                    <a:pt x="2693676" y="1280028"/>
                  </a:lnTo>
                  <a:lnTo>
                    <a:pt x="2693676" y="63262"/>
                  </a:lnTo>
                  <a:lnTo>
                    <a:pt x="2692857" y="53114"/>
                  </a:lnTo>
                  <a:lnTo>
                    <a:pt x="2690421" y="43229"/>
                  </a:lnTo>
                  <a:lnTo>
                    <a:pt x="2686430" y="33863"/>
                  </a:lnTo>
                  <a:lnTo>
                    <a:pt x="2680989" y="25258"/>
                  </a:lnTo>
                  <a:lnTo>
                    <a:pt x="2674237" y="17637"/>
                  </a:lnTo>
                  <a:lnTo>
                    <a:pt x="2666351" y="11198"/>
                  </a:lnTo>
                  <a:lnTo>
                    <a:pt x="2657534" y="6107"/>
                  </a:lnTo>
                  <a:lnTo>
                    <a:pt x="2648015" y="2497"/>
                  </a:lnTo>
                  <a:lnTo>
                    <a:pt x="2638039" y="461"/>
                  </a:lnTo>
                  <a:lnTo>
                    <a:pt x="263041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526761" y="2337250"/>
              <a:ext cx="131627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Inclusion (n = 103)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526761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26761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26761" y="2940754"/>
              <a:ext cx="22616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(n = 25)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526761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012411" y="4430431"/>
              <a:ext cx="5471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747061" y="4430431"/>
              <a:ext cx="5642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57600" y="1683448"/>
              <a:ext cx="1398464" cy="218900"/>
            </a:xfrm>
            <a:custGeom>
              <a:avLst/>
              <a:pathLst>
                <a:path w="1398464" h="218900">
                  <a:moveTo>
                    <a:pt x="0" y="0"/>
                  </a:moveTo>
                  <a:lnTo>
                    <a:pt x="0" y="218900"/>
                  </a:lnTo>
                  <a:lnTo>
                    <a:pt x="1398464" y="21890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056064" y="19023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1683448"/>
              <a:ext cx="0" cy="437801"/>
            </a:xfrm>
            <a:custGeom>
              <a:avLst/>
              <a:pathLst>
                <a:path w="0" h="437801">
                  <a:moveTo>
                    <a:pt x="0" y="0"/>
                  </a:moveTo>
                  <a:lnTo>
                    <a:pt x="0" y="437801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393630"/>
                  </a:lnTo>
                  <a:lnTo>
                    <a:pt x="0" y="39363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393630"/>
                  </a:lnTo>
                  <a:lnTo>
                    <a:pt x="1371600" y="39363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2026-08-25T00:57:20Z</dcterms:modified>
  <cp:category/>
</cp:coreProperties>
</file>