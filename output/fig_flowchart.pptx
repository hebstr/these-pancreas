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14375" y="0"/>
            <a:ext cx="7715250" cy="6858000"/>
            <a:chOff x="714375" y="0"/>
            <a:chExt cx="7715250" cy="6858000"/>
          </a:xfrm>
        </p:grpSpPr>
        <p:sp>
          <p:nvSpPr>
            <p:cNvPr id="3" name="rc3"/>
            <p:cNvSpPr/>
            <p:nvPr/>
          </p:nvSpPr>
          <p:spPr>
            <a:xfrm>
              <a:off x="714375" y="0"/>
              <a:ext cx="771525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2437314" y="114738"/>
              <a:ext cx="2726321" cy="1142123"/>
            </a:xfrm>
            <a:custGeom>
              <a:avLst/>
              <a:pathLst>
                <a:path w="2726321" h="1142123">
                  <a:moveTo>
                    <a:pt x="63262" y="1142123"/>
                  </a:moveTo>
                  <a:lnTo>
                    <a:pt x="2663058" y="1142123"/>
                  </a:lnTo>
                  <a:lnTo>
                    <a:pt x="2660510" y="1142071"/>
                  </a:lnTo>
                  <a:lnTo>
                    <a:pt x="2670683" y="1141661"/>
                  </a:lnTo>
                  <a:lnTo>
                    <a:pt x="2680659" y="1139625"/>
                  </a:lnTo>
                  <a:lnTo>
                    <a:pt x="2690178" y="1136015"/>
                  </a:lnTo>
                  <a:lnTo>
                    <a:pt x="2698995" y="1130924"/>
                  </a:lnTo>
                  <a:lnTo>
                    <a:pt x="2706881" y="1124485"/>
                  </a:lnTo>
                  <a:lnTo>
                    <a:pt x="2713633" y="1116864"/>
                  </a:lnTo>
                  <a:lnTo>
                    <a:pt x="2719074" y="1108259"/>
                  </a:lnTo>
                  <a:lnTo>
                    <a:pt x="2723065" y="1098893"/>
                  </a:lnTo>
                  <a:lnTo>
                    <a:pt x="2725501" y="1089008"/>
                  </a:lnTo>
                  <a:lnTo>
                    <a:pt x="2726321" y="1078860"/>
                  </a:lnTo>
                  <a:lnTo>
                    <a:pt x="2726321" y="63262"/>
                  </a:lnTo>
                  <a:lnTo>
                    <a:pt x="2725501" y="53114"/>
                  </a:lnTo>
                  <a:lnTo>
                    <a:pt x="2723065" y="43229"/>
                  </a:lnTo>
                  <a:lnTo>
                    <a:pt x="2719074" y="33863"/>
                  </a:lnTo>
                  <a:lnTo>
                    <a:pt x="2713633" y="25258"/>
                  </a:lnTo>
                  <a:lnTo>
                    <a:pt x="2706881" y="17637"/>
                  </a:lnTo>
                  <a:lnTo>
                    <a:pt x="2698995" y="11198"/>
                  </a:lnTo>
                  <a:lnTo>
                    <a:pt x="2690178" y="6107"/>
                  </a:lnTo>
                  <a:lnTo>
                    <a:pt x="2680659" y="2497"/>
                  </a:lnTo>
                  <a:lnTo>
                    <a:pt x="2670683" y="461"/>
                  </a:lnTo>
                  <a:lnTo>
                    <a:pt x="2663058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1078860"/>
                  </a:lnTo>
                  <a:lnTo>
                    <a:pt x="205" y="1073769"/>
                  </a:lnTo>
                  <a:lnTo>
                    <a:pt x="205" y="1083950"/>
                  </a:lnTo>
                  <a:lnTo>
                    <a:pt x="1838" y="1094000"/>
                  </a:lnTo>
                  <a:lnTo>
                    <a:pt x="5062" y="1103657"/>
                  </a:lnTo>
                  <a:lnTo>
                    <a:pt x="9793" y="1112672"/>
                  </a:lnTo>
                  <a:lnTo>
                    <a:pt x="15909" y="1120811"/>
                  </a:lnTo>
                  <a:lnTo>
                    <a:pt x="23252" y="1127863"/>
                  </a:lnTo>
                  <a:lnTo>
                    <a:pt x="31631" y="1133647"/>
                  </a:lnTo>
                  <a:lnTo>
                    <a:pt x="40829" y="1138011"/>
                  </a:lnTo>
                  <a:lnTo>
                    <a:pt x="50608" y="1140844"/>
                  </a:lnTo>
                  <a:lnTo>
                    <a:pt x="60715" y="11420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tx5"/>
            <p:cNvSpPr/>
            <p:nvPr/>
          </p:nvSpPr>
          <p:spPr>
            <a:xfrm>
              <a:off x="2653314" y="330738"/>
              <a:ext cx="1851934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Patients éligibles (N = 337)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2653314" y="531906"/>
              <a:ext cx="2244211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Hommes et femmes &gt;= 18 ans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2653314" y="733074"/>
              <a:ext cx="2294321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Opérés d'un cancer du pancréas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2653314" y="934242"/>
              <a:ext cx="1903140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Entre 01/2022 et 12/2025</a:t>
              </a:r>
            </a:p>
          </p:txBody>
        </p:sp>
        <p:sp>
          <p:nvSpPr>
            <p:cNvPr id="9" name="pg9"/>
            <p:cNvSpPr/>
            <p:nvPr/>
          </p:nvSpPr>
          <p:spPr>
            <a:xfrm>
              <a:off x="5786155" y="0"/>
              <a:ext cx="2586600" cy="5524412"/>
            </a:xfrm>
            <a:custGeom>
              <a:avLst/>
              <a:pathLst>
                <a:path w="2586600" h="5524412">
                  <a:moveTo>
                    <a:pt x="63262" y="5524412"/>
                  </a:moveTo>
                  <a:lnTo>
                    <a:pt x="2523337" y="5524412"/>
                  </a:lnTo>
                  <a:lnTo>
                    <a:pt x="2520790" y="5524360"/>
                  </a:lnTo>
                  <a:lnTo>
                    <a:pt x="2530963" y="5523950"/>
                  </a:lnTo>
                  <a:lnTo>
                    <a:pt x="2540938" y="5521914"/>
                  </a:lnTo>
                  <a:lnTo>
                    <a:pt x="2550458" y="5518304"/>
                  </a:lnTo>
                  <a:lnTo>
                    <a:pt x="2559275" y="5513213"/>
                  </a:lnTo>
                  <a:lnTo>
                    <a:pt x="2567161" y="5506774"/>
                  </a:lnTo>
                  <a:lnTo>
                    <a:pt x="2573912" y="5499153"/>
                  </a:lnTo>
                  <a:lnTo>
                    <a:pt x="2579354" y="5490548"/>
                  </a:lnTo>
                  <a:lnTo>
                    <a:pt x="2583344" y="5481182"/>
                  </a:lnTo>
                  <a:lnTo>
                    <a:pt x="2585781" y="5471297"/>
                  </a:lnTo>
                  <a:lnTo>
                    <a:pt x="2586600" y="5461149"/>
                  </a:lnTo>
                  <a:lnTo>
                    <a:pt x="2586600" y="25250"/>
                  </a:lnTo>
                  <a:lnTo>
                    <a:pt x="2585781" y="15102"/>
                  </a:lnTo>
                  <a:lnTo>
                    <a:pt x="2583344" y="5217"/>
                  </a:lnTo>
                  <a:lnTo>
                    <a:pt x="2581122" y="0"/>
                  </a:lnTo>
                  <a:lnTo>
                    <a:pt x="5300" y="0"/>
                  </a:lnTo>
                  <a:lnTo>
                    <a:pt x="5062" y="453"/>
                  </a:lnTo>
                  <a:lnTo>
                    <a:pt x="1838" y="10110"/>
                  </a:lnTo>
                  <a:lnTo>
                    <a:pt x="205" y="20160"/>
                  </a:lnTo>
                  <a:lnTo>
                    <a:pt x="0" y="25250"/>
                  </a:lnTo>
                  <a:lnTo>
                    <a:pt x="0" y="5461149"/>
                  </a:lnTo>
                  <a:lnTo>
                    <a:pt x="205" y="5456058"/>
                  </a:lnTo>
                  <a:lnTo>
                    <a:pt x="205" y="5466239"/>
                  </a:lnTo>
                  <a:lnTo>
                    <a:pt x="1838" y="5476289"/>
                  </a:lnTo>
                  <a:lnTo>
                    <a:pt x="5062" y="5485946"/>
                  </a:lnTo>
                  <a:lnTo>
                    <a:pt x="9793" y="5494961"/>
                  </a:lnTo>
                  <a:lnTo>
                    <a:pt x="15909" y="5503100"/>
                  </a:lnTo>
                  <a:lnTo>
                    <a:pt x="23252" y="5510152"/>
                  </a:lnTo>
                  <a:lnTo>
                    <a:pt x="31631" y="5515936"/>
                  </a:lnTo>
                  <a:lnTo>
                    <a:pt x="40829" y="5520300"/>
                  </a:lnTo>
                  <a:lnTo>
                    <a:pt x="50608" y="5523133"/>
                  </a:lnTo>
                  <a:lnTo>
                    <a:pt x="60715" y="5524360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  <a:ln w="11429" cap="rnd">
              <a:solidFill>
                <a:srgbClr val="F2F2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6002155" y="177987"/>
              <a:ext cx="954084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Exclus (n = 234)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6002155" y="351723"/>
              <a:ext cx="1387236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CHU Angers (n = 119)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6002155" y="525459"/>
              <a:ext cx="1563624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anapath (n = 64)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6002155" y="699195"/>
              <a:ext cx="1484345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Non opérable (n = 22)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6002155" y="872931"/>
              <a:ext cx="158520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Chimio ailleurs (n = 20)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6002155" y="1046667"/>
              <a:ext cx="1411925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Métastatique (n = 5)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6002155" y="1220403"/>
              <a:ext cx="1389065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chimio (n = 5)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6002155" y="1394139"/>
              <a:ext cx="95509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(n = 2)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002155" y="1567875"/>
              <a:ext cx="6986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- 9 (n = 1)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002155" y="1741611"/>
              <a:ext cx="134874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CHU Nantes (n = 90)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002155" y="1915347"/>
              <a:ext cx="1490837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Métastatique (n = 28)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002155" y="2089083"/>
              <a:ext cx="1497604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Non opérable (n = 20)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002155" y="2262819"/>
              <a:ext cx="1553657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anapath (n = 18)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002155" y="2436555"/>
              <a:ext cx="1575054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Chimio ailleurs (n = 14)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002155" y="2610291"/>
              <a:ext cx="139510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chimio (n = 4)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002155" y="2784027"/>
              <a:ext cx="215460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Décès précoce après le dg (n = 3)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002155" y="2957763"/>
              <a:ext cx="1929566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Décès post-opératoire (n = 2)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002155" y="3131499"/>
              <a:ext cx="949787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(n = 1)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002155" y="3305235"/>
              <a:ext cx="1191097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CHU Lyon (n = 14)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002155" y="3478971"/>
              <a:ext cx="962497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(n = 6)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002155" y="3652707"/>
              <a:ext cx="139510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chimio (n = 4)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002155" y="3826443"/>
              <a:ext cx="150181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Chimio ailleurs (n = 2)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002155" y="4000179"/>
              <a:ext cx="1404244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Métastatique (n = 1)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002155" y="4173915"/>
              <a:ext cx="1408907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Non opérable (n = 1)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02155" y="4347651"/>
              <a:ext cx="133054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CHD Vendée (n = 11)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002155" y="4521387"/>
              <a:ext cx="141796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Métastatique (n = 4)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002155" y="4695123"/>
              <a:ext cx="1386687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chimio (n = 2)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002155" y="4868859"/>
              <a:ext cx="147767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anapath (n = 2)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02155" y="5042595"/>
              <a:ext cx="1929566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Décès post-opératoire (n = 2)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002155" y="5216331"/>
              <a:ext cx="949787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  - Autre (n = 1)</a:t>
              </a:r>
            </a:p>
          </p:txBody>
        </p:sp>
        <p:sp>
          <p:nvSpPr>
            <p:cNvPr id="40" name="pg40"/>
            <p:cNvSpPr/>
            <p:nvPr/>
          </p:nvSpPr>
          <p:spPr>
            <a:xfrm>
              <a:off x="2806732" y="2757354"/>
              <a:ext cx="1987485" cy="1343291"/>
            </a:xfrm>
            <a:custGeom>
              <a:avLst/>
              <a:pathLst>
                <a:path w="1987485" h="1343291">
                  <a:moveTo>
                    <a:pt x="63262" y="1343291"/>
                  </a:moveTo>
                  <a:lnTo>
                    <a:pt x="1924223" y="1343291"/>
                  </a:lnTo>
                  <a:lnTo>
                    <a:pt x="1921675" y="1343239"/>
                  </a:lnTo>
                  <a:lnTo>
                    <a:pt x="1931848" y="1342829"/>
                  </a:lnTo>
                  <a:lnTo>
                    <a:pt x="1941823" y="1340793"/>
                  </a:lnTo>
                  <a:lnTo>
                    <a:pt x="1951343" y="1337183"/>
                  </a:lnTo>
                  <a:lnTo>
                    <a:pt x="1960160" y="1332092"/>
                  </a:lnTo>
                  <a:lnTo>
                    <a:pt x="1968046" y="1325653"/>
                  </a:lnTo>
                  <a:lnTo>
                    <a:pt x="1974798" y="1318032"/>
                  </a:lnTo>
                  <a:lnTo>
                    <a:pt x="1980239" y="1309427"/>
                  </a:lnTo>
                  <a:lnTo>
                    <a:pt x="1984230" y="1300061"/>
                  </a:lnTo>
                  <a:lnTo>
                    <a:pt x="1986666" y="1290176"/>
                  </a:lnTo>
                  <a:lnTo>
                    <a:pt x="1987485" y="1280028"/>
                  </a:lnTo>
                  <a:lnTo>
                    <a:pt x="1987485" y="63262"/>
                  </a:lnTo>
                  <a:lnTo>
                    <a:pt x="1986666" y="53114"/>
                  </a:lnTo>
                  <a:lnTo>
                    <a:pt x="1984230" y="43229"/>
                  </a:lnTo>
                  <a:lnTo>
                    <a:pt x="1980239" y="33863"/>
                  </a:lnTo>
                  <a:lnTo>
                    <a:pt x="1974798" y="25258"/>
                  </a:lnTo>
                  <a:lnTo>
                    <a:pt x="1968046" y="17637"/>
                  </a:lnTo>
                  <a:lnTo>
                    <a:pt x="1960160" y="11198"/>
                  </a:lnTo>
                  <a:lnTo>
                    <a:pt x="1951343" y="6107"/>
                  </a:lnTo>
                  <a:lnTo>
                    <a:pt x="1941823" y="2497"/>
                  </a:lnTo>
                  <a:lnTo>
                    <a:pt x="1931848" y="461"/>
                  </a:lnTo>
                  <a:lnTo>
                    <a:pt x="1924223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1280028"/>
                  </a:lnTo>
                  <a:lnTo>
                    <a:pt x="205" y="1274937"/>
                  </a:lnTo>
                  <a:lnTo>
                    <a:pt x="205" y="1285118"/>
                  </a:lnTo>
                  <a:lnTo>
                    <a:pt x="1838" y="1295168"/>
                  </a:lnTo>
                  <a:lnTo>
                    <a:pt x="5062" y="1304825"/>
                  </a:lnTo>
                  <a:lnTo>
                    <a:pt x="9793" y="1313840"/>
                  </a:lnTo>
                  <a:lnTo>
                    <a:pt x="15909" y="1321979"/>
                  </a:lnTo>
                  <a:lnTo>
                    <a:pt x="23252" y="1329031"/>
                  </a:lnTo>
                  <a:lnTo>
                    <a:pt x="31631" y="1334815"/>
                  </a:lnTo>
                  <a:lnTo>
                    <a:pt x="40829" y="1339179"/>
                  </a:lnTo>
                  <a:lnTo>
                    <a:pt x="50608" y="1342012"/>
                  </a:lnTo>
                  <a:lnTo>
                    <a:pt x="60715" y="1343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008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022732" y="2973354"/>
              <a:ext cx="1106058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Inclus (n = 103)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022732" y="3174522"/>
              <a:ext cx="1535369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CHU Angers (n = 36)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022732" y="3375690"/>
              <a:ext cx="1540306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CHU Nantes (n = 25)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022732" y="3576858"/>
              <a:ext cx="1555485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CHD Vendée (n = 25)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022732" y="3778026"/>
              <a:ext cx="1362821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CHU Lyon (n = 17)</a:t>
              </a:r>
            </a:p>
          </p:txBody>
        </p:sp>
        <p:sp>
          <p:nvSpPr>
            <p:cNvPr id="46" name="pg46"/>
            <p:cNvSpPr/>
            <p:nvPr/>
          </p:nvSpPr>
          <p:spPr>
            <a:xfrm>
              <a:off x="4049447" y="5459406"/>
              <a:ext cx="2588155" cy="739787"/>
            </a:xfrm>
            <a:custGeom>
              <a:avLst/>
              <a:pathLst>
                <a:path w="2588155" h="739787">
                  <a:moveTo>
                    <a:pt x="63262" y="739787"/>
                  </a:moveTo>
                  <a:lnTo>
                    <a:pt x="2524892" y="739787"/>
                  </a:lnTo>
                  <a:lnTo>
                    <a:pt x="2522345" y="739735"/>
                  </a:lnTo>
                  <a:lnTo>
                    <a:pt x="2532517" y="739325"/>
                  </a:lnTo>
                  <a:lnTo>
                    <a:pt x="2542493" y="737289"/>
                  </a:lnTo>
                  <a:lnTo>
                    <a:pt x="2552012" y="733679"/>
                  </a:lnTo>
                  <a:lnTo>
                    <a:pt x="2560829" y="728588"/>
                  </a:lnTo>
                  <a:lnTo>
                    <a:pt x="2568716" y="722149"/>
                  </a:lnTo>
                  <a:lnTo>
                    <a:pt x="2575467" y="714528"/>
                  </a:lnTo>
                  <a:lnTo>
                    <a:pt x="2580908" y="705923"/>
                  </a:lnTo>
                  <a:lnTo>
                    <a:pt x="2584899" y="696557"/>
                  </a:lnTo>
                  <a:lnTo>
                    <a:pt x="2587335" y="686672"/>
                  </a:lnTo>
                  <a:lnTo>
                    <a:pt x="2588155" y="676524"/>
                  </a:lnTo>
                  <a:lnTo>
                    <a:pt x="2588155" y="63262"/>
                  </a:lnTo>
                  <a:lnTo>
                    <a:pt x="2587335" y="53114"/>
                  </a:lnTo>
                  <a:lnTo>
                    <a:pt x="2584899" y="43229"/>
                  </a:lnTo>
                  <a:lnTo>
                    <a:pt x="2580908" y="33863"/>
                  </a:lnTo>
                  <a:lnTo>
                    <a:pt x="2575467" y="25258"/>
                  </a:lnTo>
                  <a:lnTo>
                    <a:pt x="2568716" y="17637"/>
                  </a:lnTo>
                  <a:lnTo>
                    <a:pt x="2560829" y="11198"/>
                  </a:lnTo>
                  <a:lnTo>
                    <a:pt x="2552012" y="6107"/>
                  </a:lnTo>
                  <a:lnTo>
                    <a:pt x="2542493" y="2497"/>
                  </a:lnTo>
                  <a:lnTo>
                    <a:pt x="2532517" y="461"/>
                  </a:lnTo>
                  <a:lnTo>
                    <a:pt x="2524892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676524"/>
                  </a:lnTo>
                  <a:lnTo>
                    <a:pt x="205" y="671433"/>
                  </a:lnTo>
                  <a:lnTo>
                    <a:pt x="205" y="681614"/>
                  </a:lnTo>
                  <a:lnTo>
                    <a:pt x="1838" y="691664"/>
                  </a:lnTo>
                  <a:lnTo>
                    <a:pt x="5062" y="701321"/>
                  </a:lnTo>
                  <a:lnTo>
                    <a:pt x="9793" y="710336"/>
                  </a:lnTo>
                  <a:lnTo>
                    <a:pt x="15909" y="718475"/>
                  </a:lnTo>
                  <a:lnTo>
                    <a:pt x="23252" y="725527"/>
                  </a:lnTo>
                  <a:lnTo>
                    <a:pt x="31631" y="731311"/>
                  </a:lnTo>
                  <a:lnTo>
                    <a:pt x="40829" y="735675"/>
                  </a:lnTo>
                  <a:lnTo>
                    <a:pt x="50608" y="738508"/>
                  </a:lnTo>
                  <a:lnTo>
                    <a:pt x="60715" y="7397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008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4265447" y="5675406"/>
              <a:ext cx="2156155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Chimiothérapie adjuvante seule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069936" y="5876574"/>
              <a:ext cx="547176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(n = 53)</a:t>
              </a:r>
            </a:p>
          </p:txBody>
        </p:sp>
        <p:sp>
          <p:nvSpPr>
            <p:cNvPr id="49" name="pg49"/>
            <p:cNvSpPr/>
            <p:nvPr/>
          </p:nvSpPr>
          <p:spPr>
            <a:xfrm>
              <a:off x="984515" y="5459406"/>
              <a:ext cx="2545818" cy="739787"/>
            </a:xfrm>
            <a:custGeom>
              <a:avLst/>
              <a:pathLst>
                <a:path w="2545818" h="739787">
                  <a:moveTo>
                    <a:pt x="63262" y="739787"/>
                  </a:moveTo>
                  <a:lnTo>
                    <a:pt x="2482555" y="739787"/>
                  </a:lnTo>
                  <a:lnTo>
                    <a:pt x="2480008" y="739735"/>
                  </a:lnTo>
                  <a:lnTo>
                    <a:pt x="2490181" y="739325"/>
                  </a:lnTo>
                  <a:lnTo>
                    <a:pt x="2500156" y="737289"/>
                  </a:lnTo>
                  <a:lnTo>
                    <a:pt x="2509675" y="733679"/>
                  </a:lnTo>
                  <a:lnTo>
                    <a:pt x="2518493" y="728588"/>
                  </a:lnTo>
                  <a:lnTo>
                    <a:pt x="2526379" y="722149"/>
                  </a:lnTo>
                  <a:lnTo>
                    <a:pt x="2533130" y="714528"/>
                  </a:lnTo>
                  <a:lnTo>
                    <a:pt x="2538572" y="705923"/>
                  </a:lnTo>
                  <a:lnTo>
                    <a:pt x="2542562" y="696557"/>
                  </a:lnTo>
                  <a:lnTo>
                    <a:pt x="2544999" y="686672"/>
                  </a:lnTo>
                  <a:lnTo>
                    <a:pt x="2545818" y="676524"/>
                  </a:lnTo>
                  <a:lnTo>
                    <a:pt x="2545818" y="63262"/>
                  </a:lnTo>
                  <a:lnTo>
                    <a:pt x="2544999" y="53114"/>
                  </a:lnTo>
                  <a:lnTo>
                    <a:pt x="2542562" y="43229"/>
                  </a:lnTo>
                  <a:lnTo>
                    <a:pt x="2538572" y="33863"/>
                  </a:lnTo>
                  <a:lnTo>
                    <a:pt x="2533130" y="25258"/>
                  </a:lnTo>
                  <a:lnTo>
                    <a:pt x="2526379" y="17637"/>
                  </a:lnTo>
                  <a:lnTo>
                    <a:pt x="2518493" y="11198"/>
                  </a:lnTo>
                  <a:lnTo>
                    <a:pt x="2509675" y="6107"/>
                  </a:lnTo>
                  <a:lnTo>
                    <a:pt x="2500156" y="2497"/>
                  </a:lnTo>
                  <a:lnTo>
                    <a:pt x="2490181" y="461"/>
                  </a:lnTo>
                  <a:lnTo>
                    <a:pt x="2482555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676524"/>
                  </a:lnTo>
                  <a:lnTo>
                    <a:pt x="205" y="671433"/>
                  </a:lnTo>
                  <a:lnTo>
                    <a:pt x="205" y="681614"/>
                  </a:lnTo>
                  <a:lnTo>
                    <a:pt x="1838" y="691664"/>
                  </a:lnTo>
                  <a:lnTo>
                    <a:pt x="5062" y="701321"/>
                  </a:lnTo>
                  <a:lnTo>
                    <a:pt x="9793" y="710336"/>
                  </a:lnTo>
                  <a:lnTo>
                    <a:pt x="15909" y="718475"/>
                  </a:lnTo>
                  <a:lnTo>
                    <a:pt x="23252" y="725527"/>
                  </a:lnTo>
                  <a:lnTo>
                    <a:pt x="31631" y="731311"/>
                  </a:lnTo>
                  <a:lnTo>
                    <a:pt x="40829" y="735675"/>
                  </a:lnTo>
                  <a:lnTo>
                    <a:pt x="50608" y="738508"/>
                  </a:lnTo>
                  <a:lnTo>
                    <a:pt x="60715" y="7397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008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200515" y="5675406"/>
              <a:ext cx="2113818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Chimiothérapie péri-opératoire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975286" y="5876574"/>
              <a:ext cx="564276" cy="1066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(n = 50)</a:t>
              </a:r>
            </a:p>
          </p:txBody>
        </p:sp>
        <p:sp>
          <p:nvSpPr>
            <p:cNvPr id="52" name="pl52"/>
            <p:cNvSpPr/>
            <p:nvPr/>
          </p:nvSpPr>
          <p:spPr>
            <a:xfrm>
              <a:off x="3800475" y="1256861"/>
              <a:ext cx="1985680" cy="251898"/>
            </a:xfrm>
            <a:custGeom>
              <a:avLst/>
              <a:pathLst>
                <a:path w="1985680" h="251898">
                  <a:moveTo>
                    <a:pt x="0" y="0"/>
                  </a:moveTo>
                  <a:lnTo>
                    <a:pt x="0" y="251898"/>
                  </a:lnTo>
                  <a:lnTo>
                    <a:pt x="1985680" y="251898"/>
                  </a:lnTo>
                </a:path>
              </a:pathLst>
            </a:custGeom>
            <a:ln w="23812" cap="rnd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786155" y="15087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3812" cap="rnd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800475" y="1256861"/>
              <a:ext cx="0" cy="1500492"/>
            </a:xfrm>
            <a:custGeom>
              <a:avLst/>
              <a:pathLst>
                <a:path w="0" h="1500492">
                  <a:moveTo>
                    <a:pt x="0" y="0"/>
                  </a:moveTo>
                  <a:lnTo>
                    <a:pt x="0" y="1500492"/>
                  </a:lnTo>
                </a:path>
              </a:pathLst>
            </a:custGeom>
            <a:ln w="14287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800475" y="275735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287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800475" y="4100645"/>
              <a:ext cx="1543049" cy="1358760"/>
            </a:xfrm>
            <a:custGeom>
              <a:avLst/>
              <a:pathLst>
                <a:path w="1543049" h="1358760">
                  <a:moveTo>
                    <a:pt x="0" y="0"/>
                  </a:moveTo>
                  <a:lnTo>
                    <a:pt x="0" y="548540"/>
                  </a:lnTo>
                  <a:lnTo>
                    <a:pt x="1543049" y="548540"/>
                  </a:lnTo>
                  <a:lnTo>
                    <a:pt x="1543049" y="135876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343524" y="54594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257425" y="4100645"/>
              <a:ext cx="1543050" cy="1358760"/>
            </a:xfrm>
            <a:custGeom>
              <a:avLst/>
              <a:pathLst>
                <a:path w="1543050" h="1358760">
                  <a:moveTo>
                    <a:pt x="1543050" y="0"/>
                  </a:moveTo>
                  <a:lnTo>
                    <a:pt x="1543050" y="548540"/>
                  </a:lnTo>
                  <a:lnTo>
                    <a:pt x="0" y="548540"/>
                  </a:lnTo>
                  <a:lnTo>
                    <a:pt x="0" y="135876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257425" y="54594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julien</cp:lastModifiedBy>
  <cp:revision>3</cp:revision>
  <dcterms:created xsi:type="dcterms:W3CDTF">2017-02-13T16:18:36Z</dcterms:created>
  <dcterms:modified xsi:type="dcterms:W3CDTF">2026-07-15T02:12:16Z</dcterms:modified>
  <cp:category/>
</cp:coreProperties>
</file>