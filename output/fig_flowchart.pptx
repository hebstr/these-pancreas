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5056064" y="1205969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5272064" y="1421969"/>
              <a:ext cx="171770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230, 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272064" y="1595705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272064" y="1769441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272064" y="1943177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5272064" y="2116913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5272064" y="2290649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2121250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2337250"/>
              <a:ext cx="1995677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103, 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2940754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21948" y="4430431"/>
              <a:ext cx="1928103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53, 51,5 % des inclus)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043476" y="4430431"/>
              <a:ext cx="197144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50, 48,5 % des inclus)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57600" y="1683448"/>
              <a:ext cx="1398464" cy="218900"/>
            </a:xfrm>
            <a:custGeom>
              <a:avLst/>
              <a:pathLst>
                <a:path w="1398464" h="218900">
                  <a:moveTo>
                    <a:pt x="0" y="0"/>
                  </a:moveTo>
                  <a:lnTo>
                    <a:pt x="0" y="218900"/>
                  </a:lnTo>
                  <a:lnTo>
                    <a:pt x="1398464" y="21890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056064" y="19023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437801"/>
            </a:xfrm>
            <a:custGeom>
              <a:avLst/>
              <a:pathLst>
                <a:path w="0" h="437801">
                  <a:moveTo>
                    <a:pt x="0" y="0"/>
                  </a:moveTo>
                  <a:lnTo>
                    <a:pt x="0" y="437801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2026-08-26T22:58:44Z</dcterms:modified>
  <cp:category/>
</cp:coreProperties>
</file>